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F7F4FB-1CEC-4927-A90F-3BBB1C2F5F9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44BA9-1F0D-4FBE-96BD-46D80774E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727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44BA9-1F0D-4FBE-96BD-46D80774E2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29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44BA9-1F0D-4FBE-96BD-46D80774E23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66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44BA9-1F0D-4FBE-96BD-46D80774E23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47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44BA9-1F0D-4FBE-96BD-46D80774E23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30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13BA4-EC4F-079B-A66D-A53E88EF3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88B05C-3C62-DF13-E2F4-F15118339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42D6B-239C-C1EC-1653-75424A037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C4B8-5C6A-4A5F-9688-86376B7E6F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3C275-63E0-CB92-7675-66B11B120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5991F-E72E-8444-5EF0-1636ABC3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6E5B-2D80-4F2C-BDF9-30D4E3595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66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7C49-7BBA-7A5B-3C70-AB67B435A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C0B1C-2936-54DF-4856-C0B7F87FC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F8199-4FF6-A871-8656-CAAB38CEA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C4B8-5C6A-4A5F-9688-86376B7E6F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57E57-12F5-7215-F71C-07A0DEA6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3A50B-4F7D-27EF-CEF5-85ED21407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6E5B-2D80-4F2C-BDF9-30D4E3595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965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3DD5-D788-8610-4A14-614D0CA68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5BB87-3457-80F2-2803-21D7115A5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519FA-9AB6-C009-F6F0-037574449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C4B8-5C6A-4A5F-9688-86376B7E6F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688B2-FF09-5660-2AE4-693CCBC40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F5045-9D50-2B59-978A-3681D20F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6E5B-2D80-4F2C-BDF9-30D4E3595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8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700F2-8FA4-9D81-7874-D9020DB72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88D7F-96D2-88B2-00C7-0FB2F9688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631F4-8EA2-EA98-87D0-8B6B0DAD2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06258-38DA-C594-8D3D-335260E02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C4B8-5C6A-4A5F-9688-86376B7E6F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C4605-AEB5-0340-9662-627D48F50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804C05-A143-C379-E19A-B1448C5F7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6E5B-2D80-4F2C-BDF9-30D4E3595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4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DDC6C-B7E9-A17A-39A4-1D9D87B04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11522-C287-266A-BB8A-C4639E680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361F90-5F91-2278-17B2-0C80A99AC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D35E42-A30B-B26C-8315-0A692CB790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5599C2-E1D3-FA1D-441F-0374EADAAE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ADEEE-1723-C68E-1081-4EF19B63C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C4B8-5C6A-4A5F-9688-86376B7E6F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B417D9-D8AA-963F-28BC-E5BBBED6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F83E9C-2EDE-B66A-E413-3BEC755F9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6E5B-2D80-4F2C-BDF9-30D4E3595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08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F19FE-3F99-87D1-42EE-5F0452B8D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A560B2-BFDC-3D49-9275-DBC791A89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C4B8-5C6A-4A5F-9688-86376B7E6F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1BDEA6-F3D4-1DFD-21D9-37331F508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B69E6-A4B5-65B9-C286-3E307F97B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6E5B-2D80-4F2C-BDF9-30D4E3595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9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05AA8B-A015-CD52-28FC-25037B833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C4B8-5C6A-4A5F-9688-86376B7E6F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3D6953-A850-9E3A-6752-4877D2BF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3C170-181A-D2B2-DF52-7E1B6C00F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6E5B-2D80-4F2C-BDF9-30D4E3595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97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C4CEE-5F75-D155-B95A-DA971A3A4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417-E23F-7F84-1704-155BF8E75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489B1E-7BAF-E4A9-60E9-96BBC9FA6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27817-6822-49AF-F8E8-7E49888DB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C4B8-5C6A-4A5F-9688-86376B7E6F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4139C-141B-20A6-C02F-D30B71369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93785-F398-0FDB-7A6D-A99AE7BA9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6E5B-2D80-4F2C-BDF9-30D4E3595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6D7F3-C64B-BE96-22D6-06F4967AD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9B3EF1-7F76-8EB0-2A71-2A4D013C2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B2FAD5-30B3-8F4B-679C-2CAC964D4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E2934C-8C95-4CEA-7A84-686747B4F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C4B8-5C6A-4A5F-9688-86376B7E6F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4C0DF-BA1A-F785-DB4B-A63734144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D2879-3BB4-ADF4-0722-209B7C35E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6E5B-2D80-4F2C-BDF9-30D4E3595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62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3DC8A-74B8-C09B-7078-DFA679D1E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7459A-D5F6-72E4-7191-BD1B80CFC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D9CE3-E7F3-55D3-1937-5D5704A8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C4B8-5C6A-4A5F-9688-86376B7E6F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778B0-3694-628F-0A3F-531196214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73280-328C-96DA-D303-F073E7B1C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6E5B-2D80-4F2C-BDF9-30D4E3595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31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B77F43-815A-565B-0D5F-F57B9F5C9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7ED32-CBD4-5BBA-34E0-EC34516B5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1791B-3057-9D79-084A-7AF0BA738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DC4B8-5C6A-4A5F-9688-86376B7E6F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6BDE2-0EA1-BC61-B211-A34D89E5F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35F66-ADA6-AB39-1DDF-4E10F4B3A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96E5B-2D80-4F2C-BDF9-30D4E3595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886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011641-18F1-C7FB-B80D-7113FD58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C007C-ED6B-2FB0-6D32-E2A70FA2C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13A0C-B925-6EE0-3914-9F75D8F47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5DC4B8-5C6A-4A5F-9688-86376B7E6F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3C8A4-3BB0-D5DF-7EAE-910F42B75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E15F0-E1AE-BA66-DB8A-D3D7D9A95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96E5B-2D80-4F2C-BDF9-30D4E3595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53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erson in a white shirt&#10;&#10;AI-generated content may be incorrect.">
            <a:extLst>
              <a:ext uri="{FF2B5EF4-FFF2-40B4-BE49-F238E27FC236}">
                <a16:creationId xmlns:a16="http://schemas.microsoft.com/office/drawing/2014/main" id="{85028BDC-74E5-4190-E5D7-E296B608D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2"/>
          <a:stretch>
            <a:fillRect/>
          </a:stretch>
        </p:blipFill>
        <p:spPr>
          <a:xfrm>
            <a:off x="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49717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59D998-AB6C-46E1-B394-118E9A1E2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erson smiling at the camera&#10;&#10;AI-generated content may be incorrect.">
            <a:extLst>
              <a:ext uri="{FF2B5EF4-FFF2-40B4-BE49-F238E27FC236}">
                <a16:creationId xmlns:a16="http://schemas.microsoft.com/office/drawing/2014/main" id="{E5DA745C-3C97-3311-8FE7-583977BB2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51" b="1"/>
          <a:stretch>
            <a:fillRect/>
          </a:stretch>
        </p:blipFill>
        <p:spPr>
          <a:xfrm>
            <a:off x="20" y="10"/>
            <a:ext cx="12191980" cy="6865943"/>
          </a:xfrm>
          <a:custGeom>
            <a:avLst/>
            <a:gdLst/>
            <a:ahLst/>
            <a:cxnLst/>
            <a:rect l="l" t="t" r="r" b="b"/>
            <a:pathLst>
              <a:path w="12192000" h="6857681">
                <a:moveTo>
                  <a:pt x="0" y="0"/>
                </a:moveTo>
                <a:lnTo>
                  <a:pt x="6033794" y="0"/>
                </a:lnTo>
                <a:lnTo>
                  <a:pt x="6104632" y="17448"/>
                </a:lnTo>
                <a:cubicBezTo>
                  <a:pt x="6167597" y="23966"/>
                  <a:pt x="6148747" y="27214"/>
                  <a:pt x="6198111" y="26888"/>
                </a:cubicBezTo>
                <a:cubicBezTo>
                  <a:pt x="6203032" y="26525"/>
                  <a:pt x="6212450" y="35708"/>
                  <a:pt x="6231511" y="33431"/>
                </a:cubicBezTo>
                <a:cubicBezTo>
                  <a:pt x="6261681" y="37362"/>
                  <a:pt x="6245025" y="48416"/>
                  <a:pt x="6283668" y="52056"/>
                </a:cubicBezTo>
                <a:cubicBezTo>
                  <a:pt x="6280095" y="55478"/>
                  <a:pt x="6317954" y="53783"/>
                  <a:pt x="6321602" y="65933"/>
                </a:cubicBezTo>
                <a:cubicBezTo>
                  <a:pt x="6338020" y="69803"/>
                  <a:pt x="6363241" y="73066"/>
                  <a:pt x="6382175" y="75274"/>
                </a:cubicBezTo>
                <a:cubicBezTo>
                  <a:pt x="6410543" y="81224"/>
                  <a:pt x="6424665" y="87641"/>
                  <a:pt x="6428857" y="91880"/>
                </a:cubicBezTo>
                <a:cubicBezTo>
                  <a:pt x="6457257" y="98611"/>
                  <a:pt x="6454186" y="99822"/>
                  <a:pt x="6491478" y="114104"/>
                </a:cubicBezTo>
                <a:cubicBezTo>
                  <a:pt x="6513363" y="108974"/>
                  <a:pt x="6532168" y="120070"/>
                  <a:pt x="6541328" y="130204"/>
                </a:cubicBezTo>
                <a:cubicBezTo>
                  <a:pt x="6566101" y="139804"/>
                  <a:pt x="6619910" y="162727"/>
                  <a:pt x="6655300" y="165762"/>
                </a:cubicBezTo>
                <a:cubicBezTo>
                  <a:pt x="6709422" y="165032"/>
                  <a:pt x="6694278" y="176304"/>
                  <a:pt x="6718357" y="184874"/>
                </a:cubicBezTo>
                <a:cubicBezTo>
                  <a:pt x="6737101" y="195527"/>
                  <a:pt x="6734493" y="186329"/>
                  <a:pt x="6754054" y="199796"/>
                </a:cubicBezTo>
                <a:lnTo>
                  <a:pt x="6790284" y="215417"/>
                </a:lnTo>
                <a:lnTo>
                  <a:pt x="6833979" y="239878"/>
                </a:lnTo>
                <a:lnTo>
                  <a:pt x="6843981" y="246602"/>
                </a:lnTo>
                <a:cubicBezTo>
                  <a:pt x="6849111" y="246626"/>
                  <a:pt x="6852366" y="247045"/>
                  <a:pt x="6854445" y="247782"/>
                </a:cubicBezTo>
                <a:cubicBezTo>
                  <a:pt x="6854496" y="247881"/>
                  <a:pt x="6854549" y="247980"/>
                  <a:pt x="6854600" y="248079"/>
                </a:cubicBezTo>
                <a:lnTo>
                  <a:pt x="6869364" y="251040"/>
                </a:lnTo>
                <a:cubicBezTo>
                  <a:pt x="6886479" y="251404"/>
                  <a:pt x="6920818" y="277370"/>
                  <a:pt x="6937072" y="276678"/>
                </a:cubicBezTo>
                <a:cubicBezTo>
                  <a:pt x="6944247" y="293133"/>
                  <a:pt x="6941053" y="265766"/>
                  <a:pt x="6968404" y="280704"/>
                </a:cubicBezTo>
                <a:cubicBezTo>
                  <a:pt x="6980596" y="282696"/>
                  <a:pt x="6985722" y="284716"/>
                  <a:pt x="6995938" y="286247"/>
                </a:cubicBezTo>
                <a:cubicBezTo>
                  <a:pt x="6996079" y="286667"/>
                  <a:pt x="7029560" y="289467"/>
                  <a:pt x="7029701" y="289887"/>
                </a:cubicBezTo>
                <a:lnTo>
                  <a:pt x="7054104" y="293980"/>
                </a:lnTo>
                <a:lnTo>
                  <a:pt x="7059678" y="296051"/>
                </a:lnTo>
                <a:lnTo>
                  <a:pt x="7092167" y="292851"/>
                </a:lnTo>
                <a:lnTo>
                  <a:pt x="7108387" y="292672"/>
                </a:lnTo>
                <a:lnTo>
                  <a:pt x="7114139" y="289579"/>
                </a:lnTo>
                <a:cubicBezTo>
                  <a:pt x="7119705" y="287930"/>
                  <a:pt x="7126840" y="287741"/>
                  <a:pt x="7137488" y="290860"/>
                </a:cubicBezTo>
                <a:lnTo>
                  <a:pt x="7139729" y="292153"/>
                </a:lnTo>
                <a:lnTo>
                  <a:pt x="7172532" y="286561"/>
                </a:lnTo>
                <a:cubicBezTo>
                  <a:pt x="7179544" y="284784"/>
                  <a:pt x="7207552" y="294171"/>
                  <a:pt x="7213458" y="290616"/>
                </a:cubicBezTo>
                <a:cubicBezTo>
                  <a:pt x="7269364" y="295457"/>
                  <a:pt x="7303569" y="278925"/>
                  <a:pt x="7371827" y="290351"/>
                </a:cubicBezTo>
                <a:cubicBezTo>
                  <a:pt x="7417519" y="294938"/>
                  <a:pt x="7443196" y="294841"/>
                  <a:pt x="7472683" y="298450"/>
                </a:cubicBezTo>
                <a:cubicBezTo>
                  <a:pt x="7502170" y="302059"/>
                  <a:pt x="7529752" y="308462"/>
                  <a:pt x="7548749" y="312007"/>
                </a:cubicBezTo>
                <a:cubicBezTo>
                  <a:pt x="7567746" y="315552"/>
                  <a:pt x="7562619" y="317217"/>
                  <a:pt x="7586664" y="319723"/>
                </a:cubicBezTo>
                <a:cubicBezTo>
                  <a:pt x="7610709" y="322229"/>
                  <a:pt x="7669675" y="320322"/>
                  <a:pt x="7693021" y="327043"/>
                </a:cubicBezTo>
                <a:cubicBezTo>
                  <a:pt x="7718238" y="326359"/>
                  <a:pt x="7721537" y="337391"/>
                  <a:pt x="7735314" y="336075"/>
                </a:cubicBezTo>
                <a:cubicBezTo>
                  <a:pt x="7806549" y="352546"/>
                  <a:pt x="7865892" y="349618"/>
                  <a:pt x="7952583" y="346950"/>
                </a:cubicBezTo>
                <a:cubicBezTo>
                  <a:pt x="8009730" y="351831"/>
                  <a:pt x="8008698" y="354607"/>
                  <a:pt x="8033745" y="357420"/>
                </a:cubicBezTo>
                <a:cubicBezTo>
                  <a:pt x="8041390" y="360247"/>
                  <a:pt x="8045181" y="350414"/>
                  <a:pt x="8052068" y="354306"/>
                </a:cubicBezTo>
                <a:lnTo>
                  <a:pt x="8087434" y="359505"/>
                </a:lnTo>
                <a:lnTo>
                  <a:pt x="8113399" y="369645"/>
                </a:lnTo>
                <a:lnTo>
                  <a:pt x="8137804" y="376078"/>
                </a:lnTo>
                <a:lnTo>
                  <a:pt x="8167138" y="378809"/>
                </a:lnTo>
                <a:cubicBezTo>
                  <a:pt x="8176124" y="381225"/>
                  <a:pt x="8176713" y="389019"/>
                  <a:pt x="8188557" y="388892"/>
                </a:cubicBezTo>
                <a:cubicBezTo>
                  <a:pt x="8224517" y="394064"/>
                  <a:pt x="8289287" y="398547"/>
                  <a:pt x="8338182" y="404244"/>
                </a:cubicBezTo>
                <a:cubicBezTo>
                  <a:pt x="8362404" y="400849"/>
                  <a:pt x="8397142" y="407351"/>
                  <a:pt x="8407187" y="417040"/>
                </a:cubicBezTo>
                <a:cubicBezTo>
                  <a:pt x="8419182" y="419735"/>
                  <a:pt x="8448098" y="419784"/>
                  <a:pt x="8459765" y="417876"/>
                </a:cubicBezTo>
                <a:cubicBezTo>
                  <a:pt x="8470121" y="418155"/>
                  <a:pt x="8471999" y="421843"/>
                  <a:pt x="8485759" y="423277"/>
                </a:cubicBezTo>
                <a:cubicBezTo>
                  <a:pt x="8500778" y="426656"/>
                  <a:pt x="8533354" y="442668"/>
                  <a:pt x="8547497" y="447675"/>
                </a:cubicBezTo>
                <a:cubicBezTo>
                  <a:pt x="8561640" y="452682"/>
                  <a:pt x="8547256" y="447497"/>
                  <a:pt x="8570615" y="453317"/>
                </a:cubicBezTo>
                <a:cubicBezTo>
                  <a:pt x="8578949" y="455301"/>
                  <a:pt x="8577204" y="463036"/>
                  <a:pt x="8595122" y="466725"/>
                </a:cubicBezTo>
                <a:cubicBezTo>
                  <a:pt x="8613041" y="470415"/>
                  <a:pt x="8653176" y="474680"/>
                  <a:pt x="8678126" y="475454"/>
                </a:cubicBezTo>
                <a:cubicBezTo>
                  <a:pt x="8706000" y="462935"/>
                  <a:pt x="8696233" y="479979"/>
                  <a:pt x="8747203" y="464224"/>
                </a:cubicBezTo>
                <a:cubicBezTo>
                  <a:pt x="8748514" y="466239"/>
                  <a:pt x="8769343" y="465372"/>
                  <a:pt x="8790692" y="466720"/>
                </a:cubicBezTo>
                <a:cubicBezTo>
                  <a:pt x="8812041" y="468068"/>
                  <a:pt x="8857501" y="479363"/>
                  <a:pt x="8875298" y="472310"/>
                </a:cubicBezTo>
                <a:lnTo>
                  <a:pt x="9032306" y="471571"/>
                </a:lnTo>
                <a:lnTo>
                  <a:pt x="9122435" y="483407"/>
                </a:lnTo>
                <a:cubicBezTo>
                  <a:pt x="9153775" y="485302"/>
                  <a:pt x="9159039" y="493942"/>
                  <a:pt x="9179171" y="490552"/>
                </a:cubicBezTo>
                <a:cubicBezTo>
                  <a:pt x="9213108" y="492737"/>
                  <a:pt x="9191622" y="508779"/>
                  <a:pt x="9230778" y="495862"/>
                </a:cubicBezTo>
                <a:cubicBezTo>
                  <a:pt x="9220076" y="509598"/>
                  <a:pt x="9249178" y="492136"/>
                  <a:pt x="9269314" y="503195"/>
                </a:cubicBezTo>
                <a:cubicBezTo>
                  <a:pt x="9297556" y="495041"/>
                  <a:pt x="9326591" y="505312"/>
                  <a:pt x="9343734" y="506508"/>
                </a:cubicBezTo>
                <a:cubicBezTo>
                  <a:pt x="9360877" y="507704"/>
                  <a:pt x="9347612" y="511465"/>
                  <a:pt x="9372172" y="510372"/>
                </a:cubicBezTo>
                <a:lnTo>
                  <a:pt x="9406856" y="515908"/>
                </a:lnTo>
                <a:cubicBezTo>
                  <a:pt x="9405045" y="511337"/>
                  <a:pt x="9410063" y="512684"/>
                  <a:pt x="9423824" y="513399"/>
                </a:cubicBezTo>
                <a:lnTo>
                  <a:pt x="9460782" y="509325"/>
                </a:lnTo>
                <a:lnTo>
                  <a:pt x="9486144" y="513434"/>
                </a:lnTo>
                <a:cubicBezTo>
                  <a:pt x="9489544" y="513295"/>
                  <a:pt x="9513720" y="508821"/>
                  <a:pt x="9513235" y="505310"/>
                </a:cubicBezTo>
                <a:cubicBezTo>
                  <a:pt x="9539685" y="520038"/>
                  <a:pt x="9542332" y="510786"/>
                  <a:pt x="9569455" y="507032"/>
                </a:cubicBezTo>
                <a:cubicBezTo>
                  <a:pt x="9592710" y="508415"/>
                  <a:pt x="9572665" y="508880"/>
                  <a:pt x="9628861" y="510620"/>
                </a:cubicBezTo>
                <a:cubicBezTo>
                  <a:pt x="9650737" y="526789"/>
                  <a:pt x="9635011" y="498901"/>
                  <a:pt x="9677951" y="521543"/>
                </a:cubicBezTo>
                <a:cubicBezTo>
                  <a:pt x="9680053" y="519778"/>
                  <a:pt x="9706563" y="521397"/>
                  <a:pt x="9720438" y="523172"/>
                </a:cubicBezTo>
                <a:cubicBezTo>
                  <a:pt x="9734313" y="524947"/>
                  <a:pt x="9746849" y="522784"/>
                  <a:pt x="9761204" y="532196"/>
                </a:cubicBezTo>
                <a:cubicBezTo>
                  <a:pt x="9771692" y="535091"/>
                  <a:pt x="9752949" y="530854"/>
                  <a:pt x="9785747" y="535781"/>
                </a:cubicBezTo>
                <a:cubicBezTo>
                  <a:pt x="9818545" y="540708"/>
                  <a:pt x="9925449" y="557390"/>
                  <a:pt x="9957993" y="561756"/>
                </a:cubicBezTo>
                <a:cubicBezTo>
                  <a:pt x="9990537" y="566122"/>
                  <a:pt x="9967648" y="568686"/>
                  <a:pt x="9981009" y="569119"/>
                </a:cubicBezTo>
                <a:cubicBezTo>
                  <a:pt x="9994370" y="569552"/>
                  <a:pt x="10023139" y="562486"/>
                  <a:pt x="10038159" y="564356"/>
                </a:cubicBezTo>
                <a:cubicBezTo>
                  <a:pt x="10057015" y="566262"/>
                  <a:pt x="10059811" y="573563"/>
                  <a:pt x="10071129" y="573194"/>
                </a:cubicBezTo>
                <a:cubicBezTo>
                  <a:pt x="10081593" y="562977"/>
                  <a:pt x="10092704" y="563090"/>
                  <a:pt x="10110830" y="569286"/>
                </a:cubicBezTo>
                <a:cubicBezTo>
                  <a:pt x="10144643" y="572070"/>
                  <a:pt x="10144670" y="561560"/>
                  <a:pt x="10177323" y="563075"/>
                </a:cubicBezTo>
                <a:cubicBezTo>
                  <a:pt x="10191652" y="562496"/>
                  <a:pt x="10199318" y="565790"/>
                  <a:pt x="10223224" y="562516"/>
                </a:cubicBezTo>
                <a:cubicBezTo>
                  <a:pt x="10240245" y="563214"/>
                  <a:pt x="10274444" y="564970"/>
                  <a:pt x="10297489" y="554688"/>
                </a:cubicBezTo>
                <a:cubicBezTo>
                  <a:pt x="10322484" y="553379"/>
                  <a:pt x="10304332" y="552915"/>
                  <a:pt x="10331612" y="555505"/>
                </a:cubicBezTo>
                <a:cubicBezTo>
                  <a:pt x="10364938" y="556023"/>
                  <a:pt x="10378810" y="549792"/>
                  <a:pt x="10398068" y="551274"/>
                </a:cubicBezTo>
                <a:cubicBezTo>
                  <a:pt x="10410608" y="547019"/>
                  <a:pt x="10396406" y="552090"/>
                  <a:pt x="10444604" y="546749"/>
                </a:cubicBezTo>
                <a:cubicBezTo>
                  <a:pt x="10463706" y="556208"/>
                  <a:pt x="10480046" y="543272"/>
                  <a:pt x="10496391" y="545310"/>
                </a:cubicBezTo>
                <a:cubicBezTo>
                  <a:pt x="10522313" y="544276"/>
                  <a:pt x="10586025" y="544389"/>
                  <a:pt x="10609659" y="542925"/>
                </a:cubicBezTo>
                <a:cubicBezTo>
                  <a:pt x="10633293" y="541461"/>
                  <a:pt x="10608137" y="539280"/>
                  <a:pt x="10638198" y="536528"/>
                </a:cubicBezTo>
                <a:cubicBezTo>
                  <a:pt x="10693566" y="548777"/>
                  <a:pt x="10724464" y="526732"/>
                  <a:pt x="10780502" y="524034"/>
                </a:cubicBezTo>
                <a:cubicBezTo>
                  <a:pt x="10814519" y="506962"/>
                  <a:pt x="10838626" y="524696"/>
                  <a:pt x="10875821" y="511631"/>
                </a:cubicBezTo>
                <a:cubicBezTo>
                  <a:pt x="10900992" y="507636"/>
                  <a:pt x="10904648" y="511453"/>
                  <a:pt x="10918825" y="509588"/>
                </a:cubicBezTo>
                <a:cubicBezTo>
                  <a:pt x="10933002" y="507723"/>
                  <a:pt x="10948992" y="503227"/>
                  <a:pt x="10960884" y="500440"/>
                </a:cubicBezTo>
                <a:cubicBezTo>
                  <a:pt x="10967249" y="504078"/>
                  <a:pt x="11016720" y="497668"/>
                  <a:pt x="11015578" y="492864"/>
                </a:cubicBezTo>
                <a:cubicBezTo>
                  <a:pt x="11022928" y="494510"/>
                  <a:pt x="11043247" y="500882"/>
                  <a:pt x="11045541" y="493276"/>
                </a:cubicBezTo>
                <a:cubicBezTo>
                  <a:pt x="11083069" y="493195"/>
                  <a:pt x="11104152" y="492128"/>
                  <a:pt x="11136980" y="502266"/>
                </a:cubicBezTo>
                <a:cubicBezTo>
                  <a:pt x="11160311" y="506043"/>
                  <a:pt x="11144016" y="504016"/>
                  <a:pt x="11158537" y="506413"/>
                </a:cubicBezTo>
                <a:cubicBezTo>
                  <a:pt x="11173058" y="508810"/>
                  <a:pt x="11197248" y="504516"/>
                  <a:pt x="11220930" y="503946"/>
                </a:cubicBezTo>
                <a:cubicBezTo>
                  <a:pt x="11244941" y="504078"/>
                  <a:pt x="11272916" y="508160"/>
                  <a:pt x="11290697" y="509588"/>
                </a:cubicBezTo>
                <a:cubicBezTo>
                  <a:pt x="11308478" y="511016"/>
                  <a:pt x="11312720" y="510673"/>
                  <a:pt x="11327615" y="512515"/>
                </a:cubicBezTo>
                <a:cubicBezTo>
                  <a:pt x="11352471" y="509065"/>
                  <a:pt x="11373358" y="510883"/>
                  <a:pt x="11391973" y="518258"/>
                </a:cubicBezTo>
                <a:cubicBezTo>
                  <a:pt x="11406458" y="520151"/>
                  <a:pt x="11399034" y="524460"/>
                  <a:pt x="11409760" y="526257"/>
                </a:cubicBezTo>
                <a:cubicBezTo>
                  <a:pt x="11420486" y="528054"/>
                  <a:pt x="11427325" y="519930"/>
                  <a:pt x="11456330" y="521896"/>
                </a:cubicBezTo>
                <a:cubicBezTo>
                  <a:pt x="11466649" y="522293"/>
                  <a:pt x="11466304" y="529914"/>
                  <a:pt x="11488341" y="531019"/>
                </a:cubicBezTo>
                <a:cubicBezTo>
                  <a:pt x="11510378" y="532124"/>
                  <a:pt x="11598983" y="536881"/>
                  <a:pt x="11631415" y="538053"/>
                </a:cubicBezTo>
                <a:cubicBezTo>
                  <a:pt x="11663847" y="539225"/>
                  <a:pt x="11650717" y="536007"/>
                  <a:pt x="11666264" y="535672"/>
                </a:cubicBezTo>
                <a:cubicBezTo>
                  <a:pt x="11681811" y="535337"/>
                  <a:pt x="11700204" y="526934"/>
                  <a:pt x="11724698" y="536041"/>
                </a:cubicBezTo>
                <a:cubicBezTo>
                  <a:pt x="11743020" y="531196"/>
                  <a:pt x="11743491" y="542315"/>
                  <a:pt x="11763807" y="545183"/>
                </a:cubicBezTo>
                <a:cubicBezTo>
                  <a:pt x="11775016" y="549241"/>
                  <a:pt x="11789046" y="548064"/>
                  <a:pt x="11798300" y="550863"/>
                </a:cubicBezTo>
                <a:cubicBezTo>
                  <a:pt x="11807554" y="553662"/>
                  <a:pt x="11814870" y="554166"/>
                  <a:pt x="11821716" y="557213"/>
                </a:cubicBezTo>
                <a:cubicBezTo>
                  <a:pt x="11828562" y="560260"/>
                  <a:pt x="11830643" y="566367"/>
                  <a:pt x="11839374" y="569145"/>
                </a:cubicBezTo>
                <a:cubicBezTo>
                  <a:pt x="11848105" y="571923"/>
                  <a:pt x="11861759" y="576813"/>
                  <a:pt x="11871722" y="578644"/>
                </a:cubicBezTo>
                <a:cubicBezTo>
                  <a:pt x="11881685" y="580475"/>
                  <a:pt x="11880173" y="577641"/>
                  <a:pt x="11899154" y="580133"/>
                </a:cubicBezTo>
                <a:cubicBezTo>
                  <a:pt x="11930093" y="585454"/>
                  <a:pt x="11957956" y="589309"/>
                  <a:pt x="11992753" y="588833"/>
                </a:cubicBezTo>
                <a:cubicBezTo>
                  <a:pt x="11999276" y="598540"/>
                  <a:pt x="12009663" y="594134"/>
                  <a:pt x="12023554" y="588997"/>
                </a:cubicBezTo>
                <a:cubicBezTo>
                  <a:pt x="12049522" y="596077"/>
                  <a:pt x="12093380" y="601562"/>
                  <a:pt x="12137802" y="617391"/>
                </a:cubicBezTo>
                <a:cubicBezTo>
                  <a:pt x="12156710" y="627093"/>
                  <a:pt x="12160884" y="628759"/>
                  <a:pt x="12174434" y="631430"/>
                </a:cubicBezTo>
                <a:lnTo>
                  <a:pt x="12192000" y="634770"/>
                </a:lnTo>
                <a:lnTo>
                  <a:pt x="12192000" y="6857681"/>
                </a:lnTo>
                <a:lnTo>
                  <a:pt x="9979612" y="6857681"/>
                </a:lnTo>
                <a:lnTo>
                  <a:pt x="9971269" y="6854457"/>
                </a:lnTo>
                <a:cubicBezTo>
                  <a:pt x="9959912" y="6851181"/>
                  <a:pt x="9949163" y="6849764"/>
                  <a:pt x="9939502" y="6851921"/>
                </a:cubicBezTo>
                <a:cubicBezTo>
                  <a:pt x="9891606" y="6835635"/>
                  <a:pt x="9864404" y="6844006"/>
                  <a:pt x="9834453" y="6832151"/>
                </a:cubicBezTo>
                <a:cubicBezTo>
                  <a:pt x="9804501" y="6820296"/>
                  <a:pt x="9801374" y="6798259"/>
                  <a:pt x="9759795" y="6780787"/>
                </a:cubicBezTo>
                <a:cubicBezTo>
                  <a:pt x="9718217" y="6763314"/>
                  <a:pt x="9629817" y="6740362"/>
                  <a:pt x="9584980" y="6727313"/>
                </a:cubicBezTo>
                <a:cubicBezTo>
                  <a:pt x="9546420" y="6722010"/>
                  <a:pt x="9530408" y="6725469"/>
                  <a:pt x="9490770" y="6702489"/>
                </a:cubicBezTo>
                <a:cubicBezTo>
                  <a:pt x="9443320" y="6701025"/>
                  <a:pt x="9424336" y="6690023"/>
                  <a:pt x="9380405" y="6676541"/>
                </a:cubicBezTo>
                <a:cubicBezTo>
                  <a:pt x="9335978" y="6675243"/>
                  <a:pt x="9297645" y="6680915"/>
                  <a:pt x="9259939" y="6674414"/>
                </a:cubicBezTo>
                <a:cubicBezTo>
                  <a:pt x="9244772" y="6679394"/>
                  <a:pt x="9230416" y="6681084"/>
                  <a:pt x="9216296" y="6672209"/>
                </a:cubicBezTo>
                <a:cubicBezTo>
                  <a:pt x="9174886" y="6673387"/>
                  <a:pt x="9165078" y="6684906"/>
                  <a:pt x="9138624" y="6674601"/>
                </a:cubicBezTo>
                <a:cubicBezTo>
                  <a:pt x="9108454" y="6672027"/>
                  <a:pt x="9060163" y="6657862"/>
                  <a:pt x="9035273" y="6656766"/>
                </a:cubicBezTo>
                <a:cubicBezTo>
                  <a:pt x="9043993" y="6670577"/>
                  <a:pt x="8988276" y="6655711"/>
                  <a:pt x="8989286" y="6668016"/>
                </a:cubicBezTo>
                <a:cubicBezTo>
                  <a:pt x="8965548" y="6651220"/>
                  <a:pt x="8960144" y="6673151"/>
                  <a:pt x="8932387" y="6668707"/>
                </a:cubicBezTo>
                <a:cubicBezTo>
                  <a:pt x="8918435" y="6662528"/>
                  <a:pt x="8909159" y="6661716"/>
                  <a:pt x="8898375" y="6669282"/>
                </a:cubicBezTo>
                <a:cubicBezTo>
                  <a:pt x="8833747" y="6639096"/>
                  <a:pt x="8863155" y="6669089"/>
                  <a:pt x="8806495" y="6658618"/>
                </a:cubicBezTo>
                <a:cubicBezTo>
                  <a:pt x="8757168" y="6647242"/>
                  <a:pt x="8702613" y="6640665"/>
                  <a:pt x="8650927" y="6611139"/>
                </a:cubicBezTo>
                <a:cubicBezTo>
                  <a:pt x="8640770" y="6602610"/>
                  <a:pt x="8619775" y="6599998"/>
                  <a:pt x="8604033" y="6605300"/>
                </a:cubicBezTo>
                <a:cubicBezTo>
                  <a:pt x="8601324" y="6606213"/>
                  <a:pt x="8598878" y="6607331"/>
                  <a:pt x="8596767" y="6608618"/>
                </a:cubicBezTo>
                <a:cubicBezTo>
                  <a:pt x="8565299" y="6587556"/>
                  <a:pt x="8548876" y="6598771"/>
                  <a:pt x="8533762" y="6584302"/>
                </a:cubicBezTo>
                <a:cubicBezTo>
                  <a:pt x="8487059" y="6579247"/>
                  <a:pt x="8451683" y="6594395"/>
                  <a:pt x="8437660" y="6581725"/>
                </a:cubicBezTo>
                <a:cubicBezTo>
                  <a:pt x="8414209" y="6582991"/>
                  <a:pt x="8383722" y="6598678"/>
                  <a:pt x="8364494" y="6585073"/>
                </a:cubicBezTo>
                <a:cubicBezTo>
                  <a:pt x="8363342" y="6596536"/>
                  <a:pt x="8336540" y="6576888"/>
                  <a:pt x="8323751" y="6584665"/>
                </a:cubicBezTo>
                <a:cubicBezTo>
                  <a:pt x="8314841" y="6591411"/>
                  <a:pt x="8304634" y="6587022"/>
                  <a:pt x="8293791" y="6586903"/>
                </a:cubicBezTo>
                <a:cubicBezTo>
                  <a:pt x="8280721" y="6592424"/>
                  <a:pt x="8232642" y="6585021"/>
                  <a:pt x="8219223" y="6578961"/>
                </a:cubicBezTo>
                <a:cubicBezTo>
                  <a:pt x="8185638" y="6557431"/>
                  <a:pt x="8123924" y="6576522"/>
                  <a:pt x="8096330" y="6560092"/>
                </a:cubicBezTo>
                <a:cubicBezTo>
                  <a:pt x="8087121" y="6557869"/>
                  <a:pt x="8078422" y="6557144"/>
                  <a:pt x="8070086" y="6557355"/>
                </a:cubicBezTo>
                <a:lnTo>
                  <a:pt x="8047207" y="6560092"/>
                </a:lnTo>
                <a:lnTo>
                  <a:pt x="8041620" y="6565163"/>
                </a:lnTo>
                <a:lnTo>
                  <a:pt x="8027134" y="6564473"/>
                </a:lnTo>
                <a:lnTo>
                  <a:pt x="8023214" y="6565355"/>
                </a:lnTo>
                <a:cubicBezTo>
                  <a:pt x="8015729" y="6567060"/>
                  <a:pt x="8008307" y="6568574"/>
                  <a:pt x="8000801" y="6569339"/>
                </a:cubicBezTo>
                <a:cubicBezTo>
                  <a:pt x="8005606" y="6544751"/>
                  <a:pt x="7937754" y="6571777"/>
                  <a:pt x="7954618" y="6551428"/>
                </a:cubicBezTo>
                <a:cubicBezTo>
                  <a:pt x="7914215" y="6551344"/>
                  <a:pt x="7940865" y="6531998"/>
                  <a:pt x="7896427" y="6551123"/>
                </a:cubicBezTo>
                <a:lnTo>
                  <a:pt x="7643090" y="6532163"/>
                </a:lnTo>
                <a:cubicBezTo>
                  <a:pt x="7673996" y="6576436"/>
                  <a:pt x="7562550" y="6494154"/>
                  <a:pt x="7553164" y="6525457"/>
                </a:cubicBezTo>
                <a:cubicBezTo>
                  <a:pt x="7546247" y="6496957"/>
                  <a:pt x="7465610" y="6497391"/>
                  <a:pt x="7421154" y="6476273"/>
                </a:cubicBezTo>
                <a:cubicBezTo>
                  <a:pt x="7361551" y="6472649"/>
                  <a:pt x="7315144" y="6450550"/>
                  <a:pt x="7255968" y="6462166"/>
                </a:cubicBezTo>
                <a:cubicBezTo>
                  <a:pt x="7253251" y="6458417"/>
                  <a:pt x="7249451" y="6455333"/>
                  <a:pt x="7244911" y="6452730"/>
                </a:cubicBezTo>
                <a:lnTo>
                  <a:pt x="7230265" y="6446549"/>
                </a:lnTo>
                <a:lnTo>
                  <a:pt x="7227815" y="6447125"/>
                </a:lnTo>
                <a:cubicBezTo>
                  <a:pt x="7217801" y="6447570"/>
                  <a:pt x="7212312" y="6446146"/>
                  <a:pt x="7208840" y="6443899"/>
                </a:cubicBezTo>
                <a:lnTo>
                  <a:pt x="7205995" y="6440529"/>
                </a:lnTo>
                <a:lnTo>
                  <a:pt x="7193384" y="6437481"/>
                </a:lnTo>
                <a:lnTo>
                  <a:pt x="7169652" y="6429226"/>
                </a:lnTo>
                <a:lnTo>
                  <a:pt x="7164173" y="6429791"/>
                </a:lnTo>
                <a:lnTo>
                  <a:pt x="7126763" y="6420626"/>
                </a:lnTo>
                <a:lnTo>
                  <a:pt x="7125753" y="6421501"/>
                </a:lnTo>
                <a:cubicBezTo>
                  <a:pt x="7122639" y="6423254"/>
                  <a:pt x="7118733" y="6424154"/>
                  <a:pt x="7113057" y="6423293"/>
                </a:cubicBezTo>
                <a:cubicBezTo>
                  <a:pt x="7114552" y="6439288"/>
                  <a:pt x="7106783" y="6428384"/>
                  <a:pt x="7089914" y="6424434"/>
                </a:cubicBezTo>
                <a:cubicBezTo>
                  <a:pt x="7088470" y="6448394"/>
                  <a:pt x="7044915" y="6428308"/>
                  <a:pt x="7030458" y="6439456"/>
                </a:cubicBezTo>
                <a:cubicBezTo>
                  <a:pt x="7018098" y="6436014"/>
                  <a:pt x="7005002" y="6432811"/>
                  <a:pt x="6991398" y="6430012"/>
                </a:cubicBezTo>
                <a:lnTo>
                  <a:pt x="6983250" y="6428652"/>
                </a:lnTo>
                <a:lnTo>
                  <a:pt x="6982969" y="6428851"/>
                </a:lnTo>
                <a:cubicBezTo>
                  <a:pt x="6980946" y="6429033"/>
                  <a:pt x="6978171" y="6428766"/>
                  <a:pt x="6974140" y="6427864"/>
                </a:cubicBezTo>
                <a:lnTo>
                  <a:pt x="6968396" y="6426177"/>
                </a:lnTo>
                <a:lnTo>
                  <a:pt x="6952590" y="6423541"/>
                </a:lnTo>
                <a:lnTo>
                  <a:pt x="6946361" y="6424122"/>
                </a:lnTo>
                <a:lnTo>
                  <a:pt x="6942752" y="6426497"/>
                </a:lnTo>
                <a:lnTo>
                  <a:pt x="6941472" y="6425953"/>
                </a:lnTo>
                <a:cubicBezTo>
                  <a:pt x="6933258" y="6419432"/>
                  <a:pt x="6934084" y="6412085"/>
                  <a:pt x="6907932" y="6428597"/>
                </a:cubicBezTo>
                <a:cubicBezTo>
                  <a:pt x="6887113" y="6416820"/>
                  <a:pt x="6874835" y="6427475"/>
                  <a:pt x="6837100" y="6425985"/>
                </a:cubicBezTo>
                <a:cubicBezTo>
                  <a:pt x="6826990" y="6416391"/>
                  <a:pt x="6813527" y="6417132"/>
                  <a:pt x="6798354" y="6421041"/>
                </a:cubicBezTo>
                <a:cubicBezTo>
                  <a:pt x="6766250" y="6412267"/>
                  <a:pt x="6729955" y="6415375"/>
                  <a:pt x="6690235" y="6411268"/>
                </a:cubicBezTo>
                <a:cubicBezTo>
                  <a:pt x="6654585" y="6395260"/>
                  <a:pt x="6622599" y="6408785"/>
                  <a:pt x="6580197" y="6404322"/>
                </a:cubicBezTo>
                <a:cubicBezTo>
                  <a:pt x="6554864" y="6382418"/>
                  <a:pt x="6541862" y="6413854"/>
                  <a:pt x="6516748" y="6416928"/>
                </a:cubicBezTo>
                <a:lnTo>
                  <a:pt x="6510427" y="6416567"/>
                </a:lnTo>
                <a:lnTo>
                  <a:pt x="6496409" y="6411723"/>
                </a:lnTo>
                <a:lnTo>
                  <a:pt x="6491671" y="6409264"/>
                </a:lnTo>
                <a:cubicBezTo>
                  <a:pt x="6488210" y="6407807"/>
                  <a:pt x="6485652" y="6407144"/>
                  <a:pt x="6483603" y="6407023"/>
                </a:cubicBezTo>
                <a:lnTo>
                  <a:pt x="6483235" y="6407169"/>
                </a:lnTo>
                <a:lnTo>
                  <a:pt x="6476007" y="6404672"/>
                </a:lnTo>
                <a:cubicBezTo>
                  <a:pt x="6464202" y="6399995"/>
                  <a:pt x="6453088" y="6395002"/>
                  <a:pt x="6442802" y="6389891"/>
                </a:cubicBezTo>
                <a:cubicBezTo>
                  <a:pt x="6423332" y="6398448"/>
                  <a:pt x="6390988" y="6372810"/>
                  <a:pt x="6377838" y="6395551"/>
                </a:cubicBezTo>
                <a:cubicBezTo>
                  <a:pt x="6363436" y="6389290"/>
                  <a:pt x="6361258" y="6377704"/>
                  <a:pt x="6354860" y="6393247"/>
                </a:cubicBezTo>
                <a:cubicBezTo>
                  <a:pt x="6349784" y="6391587"/>
                  <a:pt x="6345558" y="6391878"/>
                  <a:pt x="6341683" y="6393098"/>
                </a:cubicBezTo>
                <a:lnTo>
                  <a:pt x="6340276" y="6393789"/>
                </a:lnTo>
                <a:lnTo>
                  <a:pt x="6308531" y="6379516"/>
                </a:lnTo>
                <a:lnTo>
                  <a:pt x="6302948" y="6379253"/>
                </a:lnTo>
                <a:cubicBezTo>
                  <a:pt x="6248814" y="6382108"/>
                  <a:pt x="6205926" y="6362006"/>
                  <a:pt x="6140607" y="6334265"/>
                </a:cubicBezTo>
                <a:cubicBezTo>
                  <a:pt x="6137487" y="6331108"/>
                  <a:pt x="6051161" y="6339116"/>
                  <a:pt x="6050365" y="6335126"/>
                </a:cubicBezTo>
                <a:cubicBezTo>
                  <a:pt x="6006576" y="6331181"/>
                  <a:pt x="6035144" y="6327580"/>
                  <a:pt x="5978838" y="6322018"/>
                </a:cubicBezTo>
                <a:cubicBezTo>
                  <a:pt x="5962530" y="6314338"/>
                  <a:pt x="5894920" y="6289616"/>
                  <a:pt x="5897645" y="6301654"/>
                </a:cubicBezTo>
                <a:lnTo>
                  <a:pt x="5796158" y="6279213"/>
                </a:lnTo>
                <a:lnTo>
                  <a:pt x="5664797" y="6258481"/>
                </a:lnTo>
                <a:lnTo>
                  <a:pt x="5558293" y="6242384"/>
                </a:lnTo>
                <a:lnTo>
                  <a:pt x="5549921" y="6243309"/>
                </a:lnTo>
                <a:lnTo>
                  <a:pt x="5528450" y="6240218"/>
                </a:lnTo>
                <a:lnTo>
                  <a:pt x="5520604" y="6238128"/>
                </a:lnTo>
                <a:cubicBezTo>
                  <a:pt x="5515114" y="6237034"/>
                  <a:pt x="5511354" y="6236750"/>
                  <a:pt x="5508634" y="6237043"/>
                </a:cubicBezTo>
                <a:lnTo>
                  <a:pt x="5508268" y="6237311"/>
                </a:lnTo>
                <a:lnTo>
                  <a:pt x="5497199" y="6235718"/>
                </a:lnTo>
                <a:cubicBezTo>
                  <a:pt x="5478687" y="6232353"/>
                  <a:pt x="5460838" y="6228438"/>
                  <a:pt x="5443971" y="6224189"/>
                </a:cubicBezTo>
                <a:cubicBezTo>
                  <a:pt x="5425088" y="6239333"/>
                  <a:pt x="5365198" y="6213813"/>
                  <a:pt x="5364587" y="6245607"/>
                </a:cubicBezTo>
                <a:cubicBezTo>
                  <a:pt x="5341603" y="6240798"/>
                  <a:pt x="5330518" y="6226543"/>
                  <a:pt x="5333425" y="6247706"/>
                </a:cubicBezTo>
                <a:cubicBezTo>
                  <a:pt x="5325718" y="6246708"/>
                  <a:pt x="5320498" y="6247999"/>
                  <a:pt x="5316391" y="6250403"/>
                </a:cubicBezTo>
                <a:lnTo>
                  <a:pt x="5315083" y="6251588"/>
                </a:lnTo>
                <a:lnTo>
                  <a:pt x="5264093" y="6240388"/>
                </a:lnTo>
                <a:lnTo>
                  <a:pt x="5256734" y="6241276"/>
                </a:lnTo>
                <a:lnTo>
                  <a:pt x="5224251" y="6230935"/>
                </a:lnTo>
                <a:lnTo>
                  <a:pt x="5207068" y="6227214"/>
                </a:lnTo>
                <a:lnTo>
                  <a:pt x="5203042" y="6222819"/>
                </a:lnTo>
                <a:lnTo>
                  <a:pt x="5013633" y="6212104"/>
                </a:lnTo>
                <a:cubicBezTo>
                  <a:pt x="5007363" y="6208771"/>
                  <a:pt x="4867451" y="6189553"/>
                  <a:pt x="4863573" y="6184654"/>
                </a:cubicBezTo>
                <a:lnTo>
                  <a:pt x="4651416" y="6166539"/>
                </a:lnTo>
                <a:cubicBezTo>
                  <a:pt x="4624977" y="6160344"/>
                  <a:pt x="4469364" y="6128170"/>
                  <a:pt x="4481486" y="6142882"/>
                </a:cubicBezTo>
                <a:cubicBezTo>
                  <a:pt x="4405439" y="6106748"/>
                  <a:pt x="4365783" y="6101727"/>
                  <a:pt x="4269331" y="6098123"/>
                </a:cubicBezTo>
                <a:cubicBezTo>
                  <a:pt x="4210440" y="6124597"/>
                  <a:pt x="4245321" y="6098279"/>
                  <a:pt x="4190801" y="6099192"/>
                </a:cubicBezTo>
                <a:cubicBezTo>
                  <a:pt x="4212420" y="6071793"/>
                  <a:pt x="4151268" y="6084104"/>
                  <a:pt x="4127486" y="6076624"/>
                </a:cubicBezTo>
                <a:cubicBezTo>
                  <a:pt x="4117403" y="6077826"/>
                  <a:pt x="4107474" y="6080022"/>
                  <a:pt x="4097468" y="6082472"/>
                </a:cubicBezTo>
                <a:lnTo>
                  <a:pt x="4092230" y="6083737"/>
                </a:lnTo>
                <a:lnTo>
                  <a:pt x="4072646" y="6083192"/>
                </a:lnTo>
                <a:lnTo>
                  <a:pt x="4065392" y="6090055"/>
                </a:lnTo>
                <a:lnTo>
                  <a:pt x="4034674" y="6094262"/>
                </a:lnTo>
                <a:cubicBezTo>
                  <a:pt x="4023438" y="6094753"/>
                  <a:pt x="4011659" y="6094013"/>
                  <a:pt x="3999109" y="6091300"/>
                </a:cubicBezTo>
                <a:cubicBezTo>
                  <a:pt x="3960965" y="6070220"/>
                  <a:pt x="3878759" y="6097089"/>
                  <a:pt x="3832245" y="6069403"/>
                </a:cubicBezTo>
                <a:cubicBezTo>
                  <a:pt x="3780875" y="6064935"/>
                  <a:pt x="3723613" y="6065226"/>
                  <a:pt x="3690889" y="6064489"/>
                </a:cubicBezTo>
                <a:cubicBezTo>
                  <a:pt x="3674068" y="6075123"/>
                  <a:pt x="3636813" y="6049759"/>
                  <a:pt x="3635899" y="6064980"/>
                </a:cubicBezTo>
                <a:lnTo>
                  <a:pt x="3620576" y="6070271"/>
                </a:lnTo>
                <a:lnTo>
                  <a:pt x="3604087" y="6064439"/>
                </a:lnTo>
                <a:cubicBezTo>
                  <a:pt x="3590166" y="6069757"/>
                  <a:pt x="3579308" y="6073243"/>
                  <a:pt x="3568387" y="6069146"/>
                </a:cubicBezTo>
                <a:lnTo>
                  <a:pt x="3503818" y="6089506"/>
                </a:lnTo>
                <a:cubicBezTo>
                  <a:pt x="3510915" y="6100196"/>
                  <a:pt x="3472416" y="6088681"/>
                  <a:pt x="3466246" y="6098777"/>
                </a:cubicBezTo>
                <a:cubicBezTo>
                  <a:pt x="3462890" y="6107015"/>
                  <a:pt x="3450430" y="6105442"/>
                  <a:pt x="3440422" y="6107901"/>
                </a:cubicBezTo>
                <a:cubicBezTo>
                  <a:pt x="3432391" y="6116010"/>
                  <a:pt x="3383132" y="6120663"/>
                  <a:pt x="3366542" y="6118330"/>
                </a:cubicBezTo>
                <a:cubicBezTo>
                  <a:pt x="3311828" y="6124732"/>
                  <a:pt x="3277604" y="6138667"/>
                  <a:pt x="3240669" y="6130264"/>
                </a:cubicBezTo>
                <a:cubicBezTo>
                  <a:pt x="3230661" y="6130422"/>
                  <a:pt x="3222184" y="6131822"/>
                  <a:pt x="3214708" y="6133988"/>
                </a:cubicBezTo>
                <a:lnTo>
                  <a:pt x="3194214" y="6147821"/>
                </a:lnTo>
                <a:lnTo>
                  <a:pt x="3180468" y="6150623"/>
                </a:lnTo>
                <a:lnTo>
                  <a:pt x="3177508" y="6152351"/>
                </a:lnTo>
                <a:cubicBezTo>
                  <a:pt x="3171873" y="6155673"/>
                  <a:pt x="3166158" y="6158806"/>
                  <a:pt x="3159834" y="6161276"/>
                </a:cubicBezTo>
                <a:cubicBezTo>
                  <a:pt x="3135185" y="6159416"/>
                  <a:pt x="3121213" y="6160394"/>
                  <a:pt x="3104835" y="6155927"/>
                </a:cubicBezTo>
                <a:cubicBezTo>
                  <a:pt x="3067805" y="6165414"/>
                  <a:pt x="3078432" y="6141523"/>
                  <a:pt x="3051373" y="6169421"/>
                </a:cubicBezTo>
                <a:cubicBezTo>
                  <a:pt x="2978033" y="6169169"/>
                  <a:pt x="2947947" y="6220998"/>
                  <a:pt x="2877306" y="6208324"/>
                </a:cubicBezTo>
                <a:cubicBezTo>
                  <a:pt x="2821913" y="6217975"/>
                  <a:pt x="2762952" y="6223226"/>
                  <a:pt x="2719018" y="6227333"/>
                </a:cubicBezTo>
                <a:cubicBezTo>
                  <a:pt x="2639811" y="6232636"/>
                  <a:pt x="2504877" y="6234795"/>
                  <a:pt x="2454061" y="6236538"/>
                </a:cubicBezTo>
                <a:cubicBezTo>
                  <a:pt x="2403245" y="6238280"/>
                  <a:pt x="2420126" y="6239079"/>
                  <a:pt x="2414120" y="6237789"/>
                </a:cubicBezTo>
                <a:lnTo>
                  <a:pt x="2384765" y="6235638"/>
                </a:lnTo>
                <a:lnTo>
                  <a:pt x="2365600" y="6233135"/>
                </a:lnTo>
                <a:cubicBezTo>
                  <a:pt x="2356752" y="6235910"/>
                  <a:pt x="2350716" y="6235915"/>
                  <a:pt x="2345941" y="6234695"/>
                </a:cubicBezTo>
                <a:lnTo>
                  <a:pt x="2340941" y="6232305"/>
                </a:lnTo>
                <a:lnTo>
                  <a:pt x="2327235" y="6232519"/>
                </a:lnTo>
                <a:lnTo>
                  <a:pt x="2299646" y="6230633"/>
                </a:lnTo>
                <a:lnTo>
                  <a:pt x="2295035" y="6232443"/>
                </a:lnTo>
                <a:lnTo>
                  <a:pt x="2268728" y="6240177"/>
                </a:lnTo>
                <a:cubicBezTo>
                  <a:pt x="2268628" y="6240521"/>
                  <a:pt x="2254084" y="6233657"/>
                  <a:pt x="2253984" y="6234001"/>
                </a:cubicBezTo>
                <a:cubicBezTo>
                  <a:pt x="2239122" y="6237048"/>
                  <a:pt x="2209108" y="6234931"/>
                  <a:pt x="2191113" y="6240434"/>
                </a:cubicBezTo>
                <a:lnTo>
                  <a:pt x="2146012" y="6259810"/>
                </a:lnTo>
                <a:cubicBezTo>
                  <a:pt x="2145973" y="6259892"/>
                  <a:pt x="2128598" y="6274390"/>
                  <a:pt x="2128560" y="6274472"/>
                </a:cubicBezTo>
                <a:cubicBezTo>
                  <a:pt x="2126838" y="6275117"/>
                  <a:pt x="2124109" y="6275530"/>
                  <a:pt x="2119778" y="6275665"/>
                </a:cubicBezTo>
                <a:lnTo>
                  <a:pt x="2110434" y="6282700"/>
                </a:lnTo>
                <a:lnTo>
                  <a:pt x="2081418" y="6289059"/>
                </a:lnTo>
                <a:lnTo>
                  <a:pt x="2088526" y="6281659"/>
                </a:lnTo>
                <a:cubicBezTo>
                  <a:pt x="2076371" y="6277676"/>
                  <a:pt x="2071903" y="6270803"/>
                  <a:pt x="2059717" y="6292002"/>
                </a:cubicBezTo>
                <a:cubicBezTo>
                  <a:pt x="2032291" y="6286224"/>
                  <a:pt x="2028634" y="6298813"/>
                  <a:pt x="1993045" y="6306390"/>
                </a:cubicBezTo>
                <a:cubicBezTo>
                  <a:pt x="1976971" y="6300063"/>
                  <a:pt x="1965178" y="6303922"/>
                  <a:pt x="1954075" y="6311066"/>
                </a:cubicBezTo>
                <a:cubicBezTo>
                  <a:pt x="1918456" y="6310689"/>
                  <a:pt x="1887456" y="6322102"/>
                  <a:pt x="1848190" y="6327771"/>
                </a:cubicBezTo>
                <a:lnTo>
                  <a:pt x="1737951" y="6344513"/>
                </a:lnTo>
                <a:lnTo>
                  <a:pt x="1696709" y="6346605"/>
                </a:lnTo>
                <a:cubicBezTo>
                  <a:pt x="1692504" y="6346100"/>
                  <a:pt x="1663837" y="6347211"/>
                  <a:pt x="1661872" y="6347587"/>
                </a:cubicBezTo>
                <a:lnTo>
                  <a:pt x="1655864" y="6347808"/>
                </a:lnTo>
                <a:lnTo>
                  <a:pt x="1633028" y="6358060"/>
                </a:lnTo>
                <a:cubicBezTo>
                  <a:pt x="1618899" y="6356602"/>
                  <a:pt x="1619623" y="6369112"/>
                  <a:pt x="1606576" y="6366899"/>
                </a:cubicBezTo>
                <a:lnTo>
                  <a:pt x="1461291" y="6379054"/>
                </a:lnTo>
                <a:lnTo>
                  <a:pt x="1428798" y="6379606"/>
                </a:lnTo>
                <a:cubicBezTo>
                  <a:pt x="1424834" y="6377722"/>
                  <a:pt x="1419064" y="6376842"/>
                  <a:pt x="1409244" y="6378241"/>
                </a:cubicBezTo>
                <a:lnTo>
                  <a:pt x="1406951" y="6379043"/>
                </a:lnTo>
                <a:lnTo>
                  <a:pt x="1391002" y="6374347"/>
                </a:lnTo>
                <a:cubicBezTo>
                  <a:pt x="1385899" y="6372215"/>
                  <a:pt x="1381417" y="6369535"/>
                  <a:pt x="1377852" y="6366097"/>
                </a:cubicBezTo>
                <a:cubicBezTo>
                  <a:pt x="1352108" y="6365458"/>
                  <a:pt x="1267249" y="6359383"/>
                  <a:pt x="1239424" y="6359700"/>
                </a:cubicBezTo>
                <a:cubicBezTo>
                  <a:pt x="1211599" y="6360016"/>
                  <a:pt x="1221978" y="6361392"/>
                  <a:pt x="1208014" y="6357188"/>
                </a:cubicBezTo>
                <a:lnTo>
                  <a:pt x="1152751" y="6345283"/>
                </a:lnTo>
                <a:lnTo>
                  <a:pt x="949771" y="6335308"/>
                </a:lnTo>
                <a:cubicBezTo>
                  <a:pt x="888502" y="6312655"/>
                  <a:pt x="822682" y="6331858"/>
                  <a:pt x="752723" y="6320875"/>
                </a:cubicBezTo>
                <a:cubicBezTo>
                  <a:pt x="697396" y="6317271"/>
                  <a:pt x="686655" y="6275609"/>
                  <a:pt x="665167" y="6275293"/>
                </a:cubicBezTo>
                <a:cubicBezTo>
                  <a:pt x="657908" y="6276764"/>
                  <a:pt x="625159" y="6270979"/>
                  <a:pt x="618141" y="6273378"/>
                </a:cubicBezTo>
                <a:cubicBezTo>
                  <a:pt x="606112" y="6250236"/>
                  <a:pt x="628751" y="6263137"/>
                  <a:pt x="596498" y="6261621"/>
                </a:cubicBezTo>
                <a:cubicBezTo>
                  <a:pt x="598654" y="6267969"/>
                  <a:pt x="583476" y="6241875"/>
                  <a:pt x="568296" y="6259035"/>
                </a:cubicBezTo>
                <a:lnTo>
                  <a:pt x="550874" y="6247808"/>
                </a:lnTo>
                <a:lnTo>
                  <a:pt x="521056" y="6251759"/>
                </a:lnTo>
                <a:cubicBezTo>
                  <a:pt x="512844" y="6252767"/>
                  <a:pt x="496898" y="6238469"/>
                  <a:pt x="487255" y="6237156"/>
                </a:cubicBezTo>
                <a:cubicBezTo>
                  <a:pt x="449168" y="6235869"/>
                  <a:pt x="452372" y="6218847"/>
                  <a:pt x="431825" y="6228675"/>
                </a:cubicBezTo>
                <a:cubicBezTo>
                  <a:pt x="409674" y="6239271"/>
                  <a:pt x="353899" y="6202116"/>
                  <a:pt x="346639" y="6209624"/>
                </a:cubicBezTo>
                <a:cubicBezTo>
                  <a:pt x="335776" y="6218525"/>
                  <a:pt x="269484" y="6176632"/>
                  <a:pt x="271007" y="6188053"/>
                </a:cubicBezTo>
                <a:cubicBezTo>
                  <a:pt x="223668" y="6157668"/>
                  <a:pt x="207158" y="6173403"/>
                  <a:pt x="189996" y="6162482"/>
                </a:cubicBezTo>
                <a:cubicBezTo>
                  <a:pt x="167941" y="6147838"/>
                  <a:pt x="134526" y="6155297"/>
                  <a:pt x="121342" y="6139836"/>
                </a:cubicBezTo>
                <a:cubicBezTo>
                  <a:pt x="108158" y="6124375"/>
                  <a:pt x="113782" y="6146084"/>
                  <a:pt x="90669" y="6116573"/>
                </a:cubicBezTo>
                <a:cubicBezTo>
                  <a:pt x="76705" y="6097951"/>
                  <a:pt x="64226" y="6077165"/>
                  <a:pt x="49115" y="6053333"/>
                </a:cubicBezTo>
                <a:cubicBezTo>
                  <a:pt x="34004" y="6029501"/>
                  <a:pt x="12038" y="6070748"/>
                  <a:pt x="0" y="602404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43422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13B4A9-1C7C-4729-A016-AB42D3979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8D3B63-7F8D-45F7-B0C6-9BC7BADD83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52"/>
          <a:stretch>
            <a:fillRect/>
          </a:stretch>
        </p:blipFill>
        <p:spPr>
          <a:xfrm>
            <a:off x="329316" y="10"/>
            <a:ext cx="11862684" cy="6857990"/>
          </a:xfrm>
          <a:custGeom>
            <a:avLst/>
            <a:gdLst/>
            <a:ahLst/>
            <a:cxnLst/>
            <a:rect l="l" t="t" r="r" b="b"/>
            <a:pathLst>
              <a:path w="11862684" h="6858000">
                <a:moveTo>
                  <a:pt x="1047342" y="0"/>
                </a:moveTo>
                <a:lnTo>
                  <a:pt x="4590463" y="0"/>
                </a:lnTo>
                <a:lnTo>
                  <a:pt x="5499874" y="0"/>
                </a:lnTo>
                <a:lnTo>
                  <a:pt x="5723425" y="0"/>
                </a:lnTo>
                <a:lnTo>
                  <a:pt x="7580390" y="0"/>
                </a:lnTo>
                <a:lnTo>
                  <a:pt x="7747884" y="0"/>
                </a:lnTo>
                <a:lnTo>
                  <a:pt x="7824084" y="0"/>
                </a:lnTo>
                <a:lnTo>
                  <a:pt x="11862684" y="0"/>
                </a:lnTo>
                <a:lnTo>
                  <a:pt x="11862684" y="6858000"/>
                </a:lnTo>
                <a:lnTo>
                  <a:pt x="7824084" y="6858000"/>
                </a:lnTo>
                <a:lnTo>
                  <a:pt x="7747884" y="6858000"/>
                </a:lnTo>
                <a:lnTo>
                  <a:pt x="7580390" y="6858000"/>
                </a:lnTo>
                <a:lnTo>
                  <a:pt x="5723425" y="6858000"/>
                </a:lnTo>
                <a:lnTo>
                  <a:pt x="5499874" y="6858000"/>
                </a:lnTo>
                <a:lnTo>
                  <a:pt x="4590463" y="6858000"/>
                </a:lnTo>
                <a:lnTo>
                  <a:pt x="1654188" y="6858000"/>
                </a:lnTo>
                <a:cubicBezTo>
                  <a:pt x="1530404" y="6786859"/>
                  <a:pt x="1412658" y="6701489"/>
                  <a:pt x="1279816" y="6658805"/>
                </a:cubicBezTo>
                <a:cubicBezTo>
                  <a:pt x="1189242" y="6630349"/>
                  <a:pt x="1101686" y="6580550"/>
                  <a:pt x="1116783" y="6431153"/>
                </a:cubicBezTo>
                <a:cubicBezTo>
                  <a:pt x="1119802" y="6388469"/>
                  <a:pt x="1095648" y="6356456"/>
                  <a:pt x="1059419" y="6367127"/>
                </a:cubicBezTo>
                <a:cubicBezTo>
                  <a:pt x="989979" y="6388469"/>
                  <a:pt x="956768" y="6327999"/>
                  <a:pt x="917520" y="6281757"/>
                </a:cubicBezTo>
                <a:cubicBezTo>
                  <a:pt x="848079" y="6199945"/>
                  <a:pt x="781658" y="6114575"/>
                  <a:pt x="669950" y="6100347"/>
                </a:cubicBezTo>
                <a:cubicBezTo>
                  <a:pt x="691084" y="6036320"/>
                  <a:pt x="727312" y="6043434"/>
                  <a:pt x="760524" y="6057663"/>
                </a:cubicBezTo>
                <a:cubicBezTo>
                  <a:pt x="848079" y="6093234"/>
                  <a:pt x="935634" y="6132361"/>
                  <a:pt x="1023188" y="6167932"/>
                </a:cubicBezTo>
                <a:cubicBezTo>
                  <a:pt x="1080552" y="6189274"/>
                  <a:pt x="1137916" y="6221287"/>
                  <a:pt x="1213395" y="6196388"/>
                </a:cubicBezTo>
                <a:cubicBezTo>
                  <a:pt x="1146974" y="6068335"/>
                  <a:pt x="1035266" y="6043434"/>
                  <a:pt x="944692" y="6004307"/>
                </a:cubicBezTo>
                <a:cubicBezTo>
                  <a:pt x="832982" y="5954508"/>
                  <a:pt x="766562" y="5862025"/>
                  <a:pt x="685045" y="5755314"/>
                </a:cubicBezTo>
                <a:cubicBezTo>
                  <a:pt x="766562" y="5726858"/>
                  <a:pt x="817887" y="5805112"/>
                  <a:pt x="884310" y="5801555"/>
                </a:cubicBezTo>
                <a:cubicBezTo>
                  <a:pt x="887328" y="5790884"/>
                  <a:pt x="893366" y="5769542"/>
                  <a:pt x="893366" y="5769542"/>
                </a:cubicBezTo>
                <a:cubicBezTo>
                  <a:pt x="784676" y="5712629"/>
                  <a:pt x="736372" y="5605917"/>
                  <a:pt x="718256" y="5474306"/>
                </a:cubicBezTo>
                <a:cubicBezTo>
                  <a:pt x="712218" y="5406721"/>
                  <a:pt x="672970" y="5385379"/>
                  <a:pt x="633720" y="5353367"/>
                </a:cubicBezTo>
                <a:cubicBezTo>
                  <a:pt x="500878" y="5243097"/>
                  <a:pt x="358980" y="5143500"/>
                  <a:pt x="247270" y="4994104"/>
                </a:cubicBezTo>
                <a:cubicBezTo>
                  <a:pt x="377094" y="5011889"/>
                  <a:pt x="479744" y="5111487"/>
                  <a:pt x="615606" y="5154171"/>
                </a:cubicBezTo>
                <a:cubicBezTo>
                  <a:pt x="506917" y="4990547"/>
                  <a:pt x="365016" y="4905177"/>
                  <a:pt x="235194" y="4805580"/>
                </a:cubicBezTo>
                <a:cubicBezTo>
                  <a:pt x="174810" y="4759339"/>
                  <a:pt x="120468" y="4702425"/>
                  <a:pt x="51026" y="4677526"/>
                </a:cubicBezTo>
                <a:cubicBezTo>
                  <a:pt x="26873" y="4670412"/>
                  <a:pt x="-15396" y="4652628"/>
                  <a:pt x="5740" y="4602828"/>
                </a:cubicBezTo>
                <a:cubicBezTo>
                  <a:pt x="23854" y="4560144"/>
                  <a:pt x="57065" y="4574373"/>
                  <a:pt x="87257" y="4585042"/>
                </a:cubicBezTo>
                <a:cubicBezTo>
                  <a:pt x="159715" y="4613499"/>
                  <a:pt x="238213" y="4613499"/>
                  <a:pt x="337844" y="4613499"/>
                </a:cubicBezTo>
                <a:cubicBezTo>
                  <a:pt x="253310" y="4478331"/>
                  <a:pt x="99332" y="4521016"/>
                  <a:pt x="26873" y="4378734"/>
                </a:cubicBezTo>
                <a:cubicBezTo>
                  <a:pt x="117448" y="4353835"/>
                  <a:pt x="186888" y="4403633"/>
                  <a:pt x="259346" y="4414305"/>
                </a:cubicBezTo>
                <a:cubicBezTo>
                  <a:pt x="325769" y="4424975"/>
                  <a:pt x="340863" y="4400076"/>
                  <a:pt x="325769" y="4321821"/>
                </a:cubicBezTo>
                <a:cubicBezTo>
                  <a:pt x="301616" y="4200882"/>
                  <a:pt x="337844" y="4140411"/>
                  <a:pt x="434458" y="4172424"/>
                </a:cubicBezTo>
                <a:cubicBezTo>
                  <a:pt x="525031" y="4204438"/>
                  <a:pt x="534089" y="4158196"/>
                  <a:pt x="509936" y="4090612"/>
                </a:cubicBezTo>
                <a:cubicBezTo>
                  <a:pt x="473706" y="3991015"/>
                  <a:pt x="512954" y="3912759"/>
                  <a:pt x="540128" y="3827390"/>
                </a:cubicBezTo>
                <a:cubicBezTo>
                  <a:pt x="582395" y="3699337"/>
                  <a:pt x="564281" y="3635309"/>
                  <a:pt x="476725" y="3539269"/>
                </a:cubicBezTo>
                <a:cubicBezTo>
                  <a:pt x="425400" y="3485914"/>
                  <a:pt x="374074" y="3439672"/>
                  <a:pt x="301616" y="3393429"/>
                </a:cubicBezTo>
                <a:cubicBezTo>
                  <a:pt x="467668" y="3368530"/>
                  <a:pt x="295577" y="3283162"/>
                  <a:pt x="352940" y="3229805"/>
                </a:cubicBezTo>
                <a:cubicBezTo>
                  <a:pt x="470686" y="3208463"/>
                  <a:pt x="564281" y="3379202"/>
                  <a:pt x="724294" y="3329402"/>
                </a:cubicBezTo>
                <a:cubicBezTo>
                  <a:pt x="531070" y="3183563"/>
                  <a:pt x="313691" y="3137322"/>
                  <a:pt x="171792" y="2941684"/>
                </a:cubicBezTo>
                <a:cubicBezTo>
                  <a:pt x="205002" y="2899000"/>
                  <a:pt x="238213" y="2941684"/>
                  <a:pt x="265385" y="2923898"/>
                </a:cubicBezTo>
                <a:cubicBezTo>
                  <a:pt x="265385" y="2913227"/>
                  <a:pt x="582395" y="2980812"/>
                  <a:pt x="600510" y="2703362"/>
                </a:cubicBezTo>
                <a:cubicBezTo>
                  <a:pt x="606548" y="2703362"/>
                  <a:pt x="612587" y="2703362"/>
                  <a:pt x="618624" y="2692689"/>
                </a:cubicBezTo>
                <a:cubicBezTo>
                  <a:pt x="651834" y="2653563"/>
                  <a:pt x="621644" y="2561080"/>
                  <a:pt x="675988" y="2553965"/>
                </a:cubicBezTo>
                <a:cubicBezTo>
                  <a:pt x="736372" y="2546851"/>
                  <a:pt x="793735" y="2514837"/>
                  <a:pt x="857136" y="2532623"/>
                </a:cubicBezTo>
                <a:cubicBezTo>
                  <a:pt x="905443" y="2546851"/>
                  <a:pt x="956768" y="2564636"/>
                  <a:pt x="1008094" y="2564636"/>
                </a:cubicBezTo>
                <a:cubicBezTo>
                  <a:pt x="1062438" y="2564636"/>
                  <a:pt x="1137916" y="2685576"/>
                  <a:pt x="1171128" y="2525509"/>
                </a:cubicBezTo>
                <a:cubicBezTo>
                  <a:pt x="1171128" y="2518395"/>
                  <a:pt x="1264720" y="2536181"/>
                  <a:pt x="1316045" y="2543294"/>
                </a:cubicBezTo>
                <a:cubicBezTo>
                  <a:pt x="1358314" y="2550408"/>
                  <a:pt x="1409640" y="2582422"/>
                  <a:pt x="1439830" y="2518395"/>
                </a:cubicBezTo>
                <a:cubicBezTo>
                  <a:pt x="1454926" y="2479267"/>
                  <a:pt x="1382466" y="2408126"/>
                  <a:pt x="1319065" y="2401012"/>
                </a:cubicBezTo>
                <a:cubicBezTo>
                  <a:pt x="1261702" y="2393898"/>
                  <a:pt x="1204338" y="2386784"/>
                  <a:pt x="1149994" y="2401012"/>
                </a:cubicBezTo>
                <a:cubicBezTo>
                  <a:pt x="1083572" y="2418796"/>
                  <a:pt x="1047342" y="2390340"/>
                  <a:pt x="1029227" y="2326314"/>
                </a:cubicBezTo>
                <a:cubicBezTo>
                  <a:pt x="1008094" y="2258731"/>
                  <a:pt x="968844" y="2223159"/>
                  <a:pt x="914500" y="2191146"/>
                </a:cubicBezTo>
                <a:cubicBezTo>
                  <a:pt x="781658" y="2112891"/>
                  <a:pt x="654854" y="2020407"/>
                  <a:pt x="509936" y="1974165"/>
                </a:cubicBezTo>
                <a:cubicBezTo>
                  <a:pt x="482764" y="1967051"/>
                  <a:pt x="449553" y="1952823"/>
                  <a:pt x="437476" y="1892353"/>
                </a:cubicBezTo>
                <a:cubicBezTo>
                  <a:pt x="829964" y="1984836"/>
                  <a:pt x="1186222" y="2223159"/>
                  <a:pt x="1590788" y="2208931"/>
                </a:cubicBezTo>
                <a:cubicBezTo>
                  <a:pt x="1482098" y="2134233"/>
                  <a:pt x="1352276" y="2130676"/>
                  <a:pt x="1234528" y="2077320"/>
                </a:cubicBezTo>
                <a:cubicBezTo>
                  <a:pt x="1319065" y="2038192"/>
                  <a:pt x="1397562" y="2080877"/>
                  <a:pt x="1476060" y="2102219"/>
                </a:cubicBezTo>
                <a:cubicBezTo>
                  <a:pt x="1542482" y="2120004"/>
                  <a:pt x="1602864" y="2123562"/>
                  <a:pt x="1608902" y="2013292"/>
                </a:cubicBezTo>
                <a:cubicBezTo>
                  <a:pt x="1608902" y="2002622"/>
                  <a:pt x="1608902" y="1995507"/>
                  <a:pt x="1608902" y="1984836"/>
                </a:cubicBezTo>
                <a:cubicBezTo>
                  <a:pt x="1584749" y="1938595"/>
                  <a:pt x="1551538" y="1917252"/>
                  <a:pt x="1509271" y="1903025"/>
                </a:cubicBezTo>
                <a:cubicBezTo>
                  <a:pt x="1485118" y="1895910"/>
                  <a:pt x="1451907" y="1881683"/>
                  <a:pt x="1451907" y="1849668"/>
                </a:cubicBezTo>
                <a:cubicBezTo>
                  <a:pt x="1454926" y="1728729"/>
                  <a:pt x="1373409" y="1693158"/>
                  <a:pt x="1294912" y="1657587"/>
                </a:cubicBezTo>
                <a:cubicBezTo>
                  <a:pt x="1337180" y="1597117"/>
                  <a:pt x="1373409" y="1639802"/>
                  <a:pt x="1406620" y="1636245"/>
                </a:cubicBezTo>
                <a:cubicBezTo>
                  <a:pt x="1427754" y="1632688"/>
                  <a:pt x="1448887" y="1629132"/>
                  <a:pt x="1448887" y="1597117"/>
                </a:cubicBezTo>
                <a:cubicBezTo>
                  <a:pt x="1448887" y="1572219"/>
                  <a:pt x="1439830" y="1540204"/>
                  <a:pt x="1418696" y="1540204"/>
                </a:cubicBezTo>
                <a:cubicBezTo>
                  <a:pt x="1285854" y="1536647"/>
                  <a:pt x="1210375" y="1365909"/>
                  <a:pt x="1071494" y="1365909"/>
                </a:cubicBezTo>
                <a:cubicBezTo>
                  <a:pt x="986960" y="1365909"/>
                  <a:pt x="1113764" y="1269868"/>
                  <a:pt x="1044324" y="1230741"/>
                </a:cubicBezTo>
                <a:cubicBezTo>
                  <a:pt x="1029227" y="1220069"/>
                  <a:pt x="1086591" y="1205842"/>
                  <a:pt x="1110744" y="1209399"/>
                </a:cubicBezTo>
                <a:cubicBezTo>
                  <a:pt x="1134897" y="1212955"/>
                  <a:pt x="1156032" y="1237855"/>
                  <a:pt x="1186222" y="1220069"/>
                </a:cubicBezTo>
                <a:cubicBezTo>
                  <a:pt x="1201318" y="1156043"/>
                  <a:pt x="1162069" y="1131144"/>
                  <a:pt x="1125840" y="1113358"/>
                </a:cubicBezTo>
                <a:cubicBezTo>
                  <a:pt x="1047342" y="1070674"/>
                  <a:pt x="968844" y="1020875"/>
                  <a:pt x="881290" y="1006647"/>
                </a:cubicBezTo>
                <a:cubicBezTo>
                  <a:pt x="851099" y="1003089"/>
                  <a:pt x="832982" y="985305"/>
                  <a:pt x="836002" y="949734"/>
                </a:cubicBezTo>
                <a:cubicBezTo>
                  <a:pt x="842040" y="903491"/>
                  <a:pt x="872232" y="917720"/>
                  <a:pt x="896385" y="921277"/>
                </a:cubicBezTo>
                <a:cubicBezTo>
                  <a:pt x="911482" y="924835"/>
                  <a:pt x="926577" y="935506"/>
                  <a:pt x="941672" y="910606"/>
                </a:cubicBezTo>
                <a:cubicBezTo>
                  <a:pt x="588434" y="658055"/>
                  <a:pt x="401247" y="672284"/>
                  <a:pt x="5740" y="465975"/>
                </a:cubicBezTo>
                <a:cubicBezTo>
                  <a:pt x="93294" y="426847"/>
                  <a:pt x="156696" y="455303"/>
                  <a:pt x="217079" y="462417"/>
                </a:cubicBezTo>
                <a:cubicBezTo>
                  <a:pt x="368036" y="480203"/>
                  <a:pt x="274442" y="512216"/>
                  <a:pt x="425400" y="533558"/>
                </a:cubicBezTo>
                <a:cubicBezTo>
                  <a:pt x="497860" y="544229"/>
                  <a:pt x="564281" y="579800"/>
                  <a:pt x="645798" y="522887"/>
                </a:cubicBezTo>
                <a:cubicBezTo>
                  <a:pt x="700142" y="483759"/>
                  <a:pt x="787696" y="526444"/>
                  <a:pt x="854118" y="558458"/>
                </a:cubicBezTo>
                <a:cubicBezTo>
                  <a:pt x="908462" y="586915"/>
                  <a:pt x="962806" y="594028"/>
                  <a:pt x="1035266" y="558458"/>
                </a:cubicBezTo>
                <a:cubicBezTo>
                  <a:pt x="968844" y="537116"/>
                  <a:pt x="917520" y="519330"/>
                  <a:pt x="866193" y="505101"/>
                </a:cubicBezTo>
                <a:cubicBezTo>
                  <a:pt x="823926" y="494431"/>
                  <a:pt x="799772" y="469532"/>
                  <a:pt x="802792" y="416176"/>
                </a:cubicBezTo>
                <a:cubicBezTo>
                  <a:pt x="802792" y="387720"/>
                  <a:pt x="793735" y="348592"/>
                  <a:pt x="823926" y="334364"/>
                </a:cubicBezTo>
                <a:cubicBezTo>
                  <a:pt x="848079" y="320135"/>
                  <a:pt x="881290" y="334364"/>
                  <a:pt x="893366" y="359262"/>
                </a:cubicBezTo>
                <a:cubicBezTo>
                  <a:pt x="908462" y="405504"/>
                  <a:pt x="923557" y="448189"/>
                  <a:pt x="974883" y="451747"/>
                </a:cubicBezTo>
                <a:cubicBezTo>
                  <a:pt x="1044324" y="458860"/>
                  <a:pt x="1005074" y="430405"/>
                  <a:pt x="992998" y="394834"/>
                </a:cubicBezTo>
                <a:cubicBezTo>
                  <a:pt x="980921" y="355706"/>
                  <a:pt x="1017152" y="345034"/>
                  <a:pt x="1041304" y="352148"/>
                </a:cubicBezTo>
                <a:cubicBezTo>
                  <a:pt x="1131878" y="384162"/>
                  <a:pt x="1225472" y="327250"/>
                  <a:pt x="1319065" y="373491"/>
                </a:cubicBezTo>
                <a:cubicBezTo>
                  <a:pt x="1294912" y="259665"/>
                  <a:pt x="1243586" y="209867"/>
                  <a:pt x="1134897" y="192082"/>
                </a:cubicBezTo>
                <a:cubicBezTo>
                  <a:pt x="1095648" y="188525"/>
                  <a:pt x="1053380" y="195638"/>
                  <a:pt x="1017152" y="163625"/>
                </a:cubicBezTo>
                <a:cubicBezTo>
                  <a:pt x="996016" y="145839"/>
                  <a:pt x="974883" y="124497"/>
                  <a:pt x="989979" y="88927"/>
                </a:cubicBezTo>
                <a:cubicBezTo>
                  <a:pt x="999036" y="64027"/>
                  <a:pt x="1023188" y="64027"/>
                  <a:pt x="1044324" y="71141"/>
                </a:cubicBezTo>
                <a:cubicBezTo>
                  <a:pt x="1131878" y="110269"/>
                  <a:pt x="1225472" y="120941"/>
                  <a:pt x="1316045" y="135168"/>
                </a:cubicBezTo>
                <a:cubicBezTo>
                  <a:pt x="1331142" y="138725"/>
                  <a:pt x="1346237" y="145839"/>
                  <a:pt x="1361334" y="110269"/>
                </a:cubicBezTo>
                <a:cubicBezTo>
                  <a:pt x="1255664" y="78255"/>
                  <a:pt x="1153012" y="35571"/>
                  <a:pt x="104734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22851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06A0E4-7F2E-78CB-9A5A-F6E6AEA5E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2"/>
          <a:stretch>
            <a:fillRect/>
          </a:stretch>
        </p:blipFill>
        <p:spPr>
          <a:xfrm>
            <a:off x="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32496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59D998-AB6C-46E1-B394-118E9A1E2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7087A6-45AD-3125-2092-F43D5B569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07" b="1"/>
          <a:stretch>
            <a:fillRect/>
          </a:stretch>
        </p:blipFill>
        <p:spPr>
          <a:xfrm>
            <a:off x="20" y="10"/>
            <a:ext cx="12191980" cy="6865943"/>
          </a:xfrm>
          <a:custGeom>
            <a:avLst/>
            <a:gdLst/>
            <a:ahLst/>
            <a:cxnLst/>
            <a:rect l="l" t="t" r="r" b="b"/>
            <a:pathLst>
              <a:path w="12192000" h="6857681">
                <a:moveTo>
                  <a:pt x="0" y="0"/>
                </a:moveTo>
                <a:lnTo>
                  <a:pt x="6033794" y="0"/>
                </a:lnTo>
                <a:lnTo>
                  <a:pt x="6104632" y="17448"/>
                </a:lnTo>
                <a:cubicBezTo>
                  <a:pt x="6167597" y="23966"/>
                  <a:pt x="6148747" y="27214"/>
                  <a:pt x="6198111" y="26888"/>
                </a:cubicBezTo>
                <a:cubicBezTo>
                  <a:pt x="6203032" y="26525"/>
                  <a:pt x="6212450" y="35708"/>
                  <a:pt x="6231511" y="33431"/>
                </a:cubicBezTo>
                <a:cubicBezTo>
                  <a:pt x="6261681" y="37362"/>
                  <a:pt x="6245025" y="48416"/>
                  <a:pt x="6283668" y="52056"/>
                </a:cubicBezTo>
                <a:cubicBezTo>
                  <a:pt x="6280095" y="55478"/>
                  <a:pt x="6317954" y="53783"/>
                  <a:pt x="6321602" y="65933"/>
                </a:cubicBezTo>
                <a:cubicBezTo>
                  <a:pt x="6338020" y="69803"/>
                  <a:pt x="6363241" y="73066"/>
                  <a:pt x="6382175" y="75274"/>
                </a:cubicBezTo>
                <a:cubicBezTo>
                  <a:pt x="6410543" y="81224"/>
                  <a:pt x="6424665" y="87641"/>
                  <a:pt x="6428857" y="91880"/>
                </a:cubicBezTo>
                <a:cubicBezTo>
                  <a:pt x="6457257" y="98611"/>
                  <a:pt x="6454186" y="99822"/>
                  <a:pt x="6491478" y="114104"/>
                </a:cubicBezTo>
                <a:cubicBezTo>
                  <a:pt x="6513363" y="108974"/>
                  <a:pt x="6532168" y="120070"/>
                  <a:pt x="6541328" y="130204"/>
                </a:cubicBezTo>
                <a:cubicBezTo>
                  <a:pt x="6566101" y="139804"/>
                  <a:pt x="6619910" y="162727"/>
                  <a:pt x="6655300" y="165762"/>
                </a:cubicBezTo>
                <a:cubicBezTo>
                  <a:pt x="6709422" y="165032"/>
                  <a:pt x="6694278" y="176304"/>
                  <a:pt x="6718357" y="184874"/>
                </a:cubicBezTo>
                <a:cubicBezTo>
                  <a:pt x="6737101" y="195527"/>
                  <a:pt x="6734493" y="186329"/>
                  <a:pt x="6754054" y="199796"/>
                </a:cubicBezTo>
                <a:lnTo>
                  <a:pt x="6790284" y="215417"/>
                </a:lnTo>
                <a:lnTo>
                  <a:pt x="6833979" y="239878"/>
                </a:lnTo>
                <a:lnTo>
                  <a:pt x="6843981" y="246602"/>
                </a:lnTo>
                <a:cubicBezTo>
                  <a:pt x="6849111" y="246626"/>
                  <a:pt x="6852366" y="247045"/>
                  <a:pt x="6854445" y="247782"/>
                </a:cubicBezTo>
                <a:cubicBezTo>
                  <a:pt x="6854496" y="247881"/>
                  <a:pt x="6854549" y="247980"/>
                  <a:pt x="6854600" y="248079"/>
                </a:cubicBezTo>
                <a:lnTo>
                  <a:pt x="6869364" y="251040"/>
                </a:lnTo>
                <a:cubicBezTo>
                  <a:pt x="6886479" y="251404"/>
                  <a:pt x="6920818" y="277370"/>
                  <a:pt x="6937072" y="276678"/>
                </a:cubicBezTo>
                <a:cubicBezTo>
                  <a:pt x="6944247" y="293133"/>
                  <a:pt x="6941053" y="265766"/>
                  <a:pt x="6968404" y="280704"/>
                </a:cubicBezTo>
                <a:cubicBezTo>
                  <a:pt x="6980596" y="282696"/>
                  <a:pt x="6985722" y="284716"/>
                  <a:pt x="6995938" y="286247"/>
                </a:cubicBezTo>
                <a:cubicBezTo>
                  <a:pt x="6996079" y="286667"/>
                  <a:pt x="7029560" y="289467"/>
                  <a:pt x="7029701" y="289887"/>
                </a:cubicBezTo>
                <a:lnTo>
                  <a:pt x="7054104" y="293980"/>
                </a:lnTo>
                <a:lnTo>
                  <a:pt x="7059678" y="296051"/>
                </a:lnTo>
                <a:lnTo>
                  <a:pt x="7092167" y="292851"/>
                </a:lnTo>
                <a:lnTo>
                  <a:pt x="7108387" y="292672"/>
                </a:lnTo>
                <a:lnTo>
                  <a:pt x="7114139" y="289579"/>
                </a:lnTo>
                <a:cubicBezTo>
                  <a:pt x="7119705" y="287930"/>
                  <a:pt x="7126840" y="287741"/>
                  <a:pt x="7137488" y="290860"/>
                </a:cubicBezTo>
                <a:lnTo>
                  <a:pt x="7139729" y="292153"/>
                </a:lnTo>
                <a:lnTo>
                  <a:pt x="7172532" y="286561"/>
                </a:lnTo>
                <a:cubicBezTo>
                  <a:pt x="7179544" y="284784"/>
                  <a:pt x="7207552" y="294171"/>
                  <a:pt x="7213458" y="290616"/>
                </a:cubicBezTo>
                <a:cubicBezTo>
                  <a:pt x="7269364" y="295457"/>
                  <a:pt x="7303569" y="278925"/>
                  <a:pt x="7371827" y="290351"/>
                </a:cubicBezTo>
                <a:cubicBezTo>
                  <a:pt x="7417519" y="294938"/>
                  <a:pt x="7443196" y="294841"/>
                  <a:pt x="7472683" y="298450"/>
                </a:cubicBezTo>
                <a:cubicBezTo>
                  <a:pt x="7502170" y="302059"/>
                  <a:pt x="7529752" y="308462"/>
                  <a:pt x="7548749" y="312007"/>
                </a:cubicBezTo>
                <a:cubicBezTo>
                  <a:pt x="7567746" y="315552"/>
                  <a:pt x="7562619" y="317217"/>
                  <a:pt x="7586664" y="319723"/>
                </a:cubicBezTo>
                <a:cubicBezTo>
                  <a:pt x="7610709" y="322229"/>
                  <a:pt x="7669675" y="320322"/>
                  <a:pt x="7693021" y="327043"/>
                </a:cubicBezTo>
                <a:cubicBezTo>
                  <a:pt x="7718238" y="326359"/>
                  <a:pt x="7721537" y="337391"/>
                  <a:pt x="7735314" y="336075"/>
                </a:cubicBezTo>
                <a:cubicBezTo>
                  <a:pt x="7806549" y="352546"/>
                  <a:pt x="7865892" y="349618"/>
                  <a:pt x="7952583" y="346950"/>
                </a:cubicBezTo>
                <a:cubicBezTo>
                  <a:pt x="8009730" y="351831"/>
                  <a:pt x="8008698" y="354607"/>
                  <a:pt x="8033745" y="357420"/>
                </a:cubicBezTo>
                <a:cubicBezTo>
                  <a:pt x="8041390" y="360247"/>
                  <a:pt x="8045181" y="350414"/>
                  <a:pt x="8052068" y="354306"/>
                </a:cubicBezTo>
                <a:lnTo>
                  <a:pt x="8087434" y="359505"/>
                </a:lnTo>
                <a:lnTo>
                  <a:pt x="8113399" y="369645"/>
                </a:lnTo>
                <a:lnTo>
                  <a:pt x="8137804" y="376078"/>
                </a:lnTo>
                <a:lnTo>
                  <a:pt x="8167138" y="378809"/>
                </a:lnTo>
                <a:cubicBezTo>
                  <a:pt x="8176124" y="381225"/>
                  <a:pt x="8176713" y="389019"/>
                  <a:pt x="8188557" y="388892"/>
                </a:cubicBezTo>
                <a:cubicBezTo>
                  <a:pt x="8224517" y="394064"/>
                  <a:pt x="8289287" y="398547"/>
                  <a:pt x="8338182" y="404244"/>
                </a:cubicBezTo>
                <a:cubicBezTo>
                  <a:pt x="8362404" y="400849"/>
                  <a:pt x="8397142" y="407351"/>
                  <a:pt x="8407187" y="417040"/>
                </a:cubicBezTo>
                <a:cubicBezTo>
                  <a:pt x="8419182" y="419735"/>
                  <a:pt x="8448098" y="419784"/>
                  <a:pt x="8459765" y="417876"/>
                </a:cubicBezTo>
                <a:cubicBezTo>
                  <a:pt x="8470121" y="418155"/>
                  <a:pt x="8471999" y="421843"/>
                  <a:pt x="8485759" y="423277"/>
                </a:cubicBezTo>
                <a:cubicBezTo>
                  <a:pt x="8500778" y="426656"/>
                  <a:pt x="8533354" y="442668"/>
                  <a:pt x="8547497" y="447675"/>
                </a:cubicBezTo>
                <a:cubicBezTo>
                  <a:pt x="8561640" y="452682"/>
                  <a:pt x="8547256" y="447497"/>
                  <a:pt x="8570615" y="453317"/>
                </a:cubicBezTo>
                <a:cubicBezTo>
                  <a:pt x="8578949" y="455301"/>
                  <a:pt x="8577204" y="463036"/>
                  <a:pt x="8595122" y="466725"/>
                </a:cubicBezTo>
                <a:cubicBezTo>
                  <a:pt x="8613041" y="470415"/>
                  <a:pt x="8653176" y="474680"/>
                  <a:pt x="8678126" y="475454"/>
                </a:cubicBezTo>
                <a:cubicBezTo>
                  <a:pt x="8706000" y="462935"/>
                  <a:pt x="8696233" y="479979"/>
                  <a:pt x="8747203" y="464224"/>
                </a:cubicBezTo>
                <a:cubicBezTo>
                  <a:pt x="8748514" y="466239"/>
                  <a:pt x="8769343" y="465372"/>
                  <a:pt x="8790692" y="466720"/>
                </a:cubicBezTo>
                <a:cubicBezTo>
                  <a:pt x="8812041" y="468068"/>
                  <a:pt x="8857501" y="479363"/>
                  <a:pt x="8875298" y="472310"/>
                </a:cubicBezTo>
                <a:lnTo>
                  <a:pt x="9032306" y="471571"/>
                </a:lnTo>
                <a:lnTo>
                  <a:pt x="9122435" y="483407"/>
                </a:lnTo>
                <a:cubicBezTo>
                  <a:pt x="9153775" y="485302"/>
                  <a:pt x="9159039" y="493942"/>
                  <a:pt x="9179171" y="490552"/>
                </a:cubicBezTo>
                <a:cubicBezTo>
                  <a:pt x="9213108" y="492737"/>
                  <a:pt x="9191622" y="508779"/>
                  <a:pt x="9230778" y="495862"/>
                </a:cubicBezTo>
                <a:cubicBezTo>
                  <a:pt x="9220076" y="509598"/>
                  <a:pt x="9249178" y="492136"/>
                  <a:pt x="9269314" y="503195"/>
                </a:cubicBezTo>
                <a:cubicBezTo>
                  <a:pt x="9297556" y="495041"/>
                  <a:pt x="9326591" y="505312"/>
                  <a:pt x="9343734" y="506508"/>
                </a:cubicBezTo>
                <a:cubicBezTo>
                  <a:pt x="9360877" y="507704"/>
                  <a:pt x="9347612" y="511465"/>
                  <a:pt x="9372172" y="510372"/>
                </a:cubicBezTo>
                <a:lnTo>
                  <a:pt x="9406856" y="515908"/>
                </a:lnTo>
                <a:cubicBezTo>
                  <a:pt x="9405045" y="511337"/>
                  <a:pt x="9410063" y="512684"/>
                  <a:pt x="9423824" y="513399"/>
                </a:cubicBezTo>
                <a:lnTo>
                  <a:pt x="9460782" y="509325"/>
                </a:lnTo>
                <a:lnTo>
                  <a:pt x="9486144" y="513434"/>
                </a:lnTo>
                <a:cubicBezTo>
                  <a:pt x="9489544" y="513295"/>
                  <a:pt x="9513720" y="508821"/>
                  <a:pt x="9513235" y="505310"/>
                </a:cubicBezTo>
                <a:cubicBezTo>
                  <a:pt x="9539685" y="520038"/>
                  <a:pt x="9542332" y="510786"/>
                  <a:pt x="9569455" y="507032"/>
                </a:cubicBezTo>
                <a:cubicBezTo>
                  <a:pt x="9592710" y="508415"/>
                  <a:pt x="9572665" y="508880"/>
                  <a:pt x="9628861" y="510620"/>
                </a:cubicBezTo>
                <a:cubicBezTo>
                  <a:pt x="9650737" y="526789"/>
                  <a:pt x="9635011" y="498901"/>
                  <a:pt x="9677951" y="521543"/>
                </a:cubicBezTo>
                <a:cubicBezTo>
                  <a:pt x="9680053" y="519778"/>
                  <a:pt x="9706563" y="521397"/>
                  <a:pt x="9720438" y="523172"/>
                </a:cubicBezTo>
                <a:cubicBezTo>
                  <a:pt x="9734313" y="524947"/>
                  <a:pt x="9746849" y="522784"/>
                  <a:pt x="9761204" y="532196"/>
                </a:cubicBezTo>
                <a:cubicBezTo>
                  <a:pt x="9771692" y="535091"/>
                  <a:pt x="9752949" y="530854"/>
                  <a:pt x="9785747" y="535781"/>
                </a:cubicBezTo>
                <a:cubicBezTo>
                  <a:pt x="9818545" y="540708"/>
                  <a:pt x="9925449" y="557390"/>
                  <a:pt x="9957993" y="561756"/>
                </a:cubicBezTo>
                <a:cubicBezTo>
                  <a:pt x="9990537" y="566122"/>
                  <a:pt x="9967648" y="568686"/>
                  <a:pt x="9981009" y="569119"/>
                </a:cubicBezTo>
                <a:cubicBezTo>
                  <a:pt x="9994370" y="569552"/>
                  <a:pt x="10023139" y="562486"/>
                  <a:pt x="10038159" y="564356"/>
                </a:cubicBezTo>
                <a:cubicBezTo>
                  <a:pt x="10057015" y="566262"/>
                  <a:pt x="10059811" y="573563"/>
                  <a:pt x="10071129" y="573194"/>
                </a:cubicBezTo>
                <a:cubicBezTo>
                  <a:pt x="10081593" y="562977"/>
                  <a:pt x="10092704" y="563090"/>
                  <a:pt x="10110830" y="569286"/>
                </a:cubicBezTo>
                <a:cubicBezTo>
                  <a:pt x="10144643" y="572070"/>
                  <a:pt x="10144670" y="561560"/>
                  <a:pt x="10177323" y="563075"/>
                </a:cubicBezTo>
                <a:cubicBezTo>
                  <a:pt x="10191652" y="562496"/>
                  <a:pt x="10199318" y="565790"/>
                  <a:pt x="10223224" y="562516"/>
                </a:cubicBezTo>
                <a:cubicBezTo>
                  <a:pt x="10240245" y="563214"/>
                  <a:pt x="10274444" y="564970"/>
                  <a:pt x="10297489" y="554688"/>
                </a:cubicBezTo>
                <a:cubicBezTo>
                  <a:pt x="10322484" y="553379"/>
                  <a:pt x="10304332" y="552915"/>
                  <a:pt x="10331612" y="555505"/>
                </a:cubicBezTo>
                <a:cubicBezTo>
                  <a:pt x="10364938" y="556023"/>
                  <a:pt x="10378810" y="549792"/>
                  <a:pt x="10398068" y="551274"/>
                </a:cubicBezTo>
                <a:cubicBezTo>
                  <a:pt x="10410608" y="547019"/>
                  <a:pt x="10396406" y="552090"/>
                  <a:pt x="10444604" y="546749"/>
                </a:cubicBezTo>
                <a:cubicBezTo>
                  <a:pt x="10463706" y="556208"/>
                  <a:pt x="10480046" y="543272"/>
                  <a:pt x="10496391" y="545310"/>
                </a:cubicBezTo>
                <a:cubicBezTo>
                  <a:pt x="10522313" y="544276"/>
                  <a:pt x="10586025" y="544389"/>
                  <a:pt x="10609659" y="542925"/>
                </a:cubicBezTo>
                <a:cubicBezTo>
                  <a:pt x="10633293" y="541461"/>
                  <a:pt x="10608137" y="539280"/>
                  <a:pt x="10638198" y="536528"/>
                </a:cubicBezTo>
                <a:cubicBezTo>
                  <a:pt x="10693566" y="548777"/>
                  <a:pt x="10724464" y="526732"/>
                  <a:pt x="10780502" y="524034"/>
                </a:cubicBezTo>
                <a:cubicBezTo>
                  <a:pt x="10814519" y="506962"/>
                  <a:pt x="10838626" y="524696"/>
                  <a:pt x="10875821" y="511631"/>
                </a:cubicBezTo>
                <a:cubicBezTo>
                  <a:pt x="10900992" y="507636"/>
                  <a:pt x="10904648" y="511453"/>
                  <a:pt x="10918825" y="509588"/>
                </a:cubicBezTo>
                <a:cubicBezTo>
                  <a:pt x="10933002" y="507723"/>
                  <a:pt x="10948992" y="503227"/>
                  <a:pt x="10960884" y="500440"/>
                </a:cubicBezTo>
                <a:cubicBezTo>
                  <a:pt x="10967249" y="504078"/>
                  <a:pt x="11016720" y="497668"/>
                  <a:pt x="11015578" y="492864"/>
                </a:cubicBezTo>
                <a:cubicBezTo>
                  <a:pt x="11022928" y="494510"/>
                  <a:pt x="11043247" y="500882"/>
                  <a:pt x="11045541" y="493276"/>
                </a:cubicBezTo>
                <a:cubicBezTo>
                  <a:pt x="11083069" y="493195"/>
                  <a:pt x="11104152" y="492128"/>
                  <a:pt x="11136980" y="502266"/>
                </a:cubicBezTo>
                <a:cubicBezTo>
                  <a:pt x="11160311" y="506043"/>
                  <a:pt x="11144016" y="504016"/>
                  <a:pt x="11158537" y="506413"/>
                </a:cubicBezTo>
                <a:cubicBezTo>
                  <a:pt x="11173058" y="508810"/>
                  <a:pt x="11197248" y="504516"/>
                  <a:pt x="11220930" y="503946"/>
                </a:cubicBezTo>
                <a:cubicBezTo>
                  <a:pt x="11244941" y="504078"/>
                  <a:pt x="11272916" y="508160"/>
                  <a:pt x="11290697" y="509588"/>
                </a:cubicBezTo>
                <a:cubicBezTo>
                  <a:pt x="11308478" y="511016"/>
                  <a:pt x="11312720" y="510673"/>
                  <a:pt x="11327615" y="512515"/>
                </a:cubicBezTo>
                <a:cubicBezTo>
                  <a:pt x="11352471" y="509065"/>
                  <a:pt x="11373358" y="510883"/>
                  <a:pt x="11391973" y="518258"/>
                </a:cubicBezTo>
                <a:cubicBezTo>
                  <a:pt x="11406458" y="520151"/>
                  <a:pt x="11399034" y="524460"/>
                  <a:pt x="11409760" y="526257"/>
                </a:cubicBezTo>
                <a:cubicBezTo>
                  <a:pt x="11420486" y="528054"/>
                  <a:pt x="11427325" y="519930"/>
                  <a:pt x="11456330" y="521896"/>
                </a:cubicBezTo>
                <a:cubicBezTo>
                  <a:pt x="11466649" y="522293"/>
                  <a:pt x="11466304" y="529914"/>
                  <a:pt x="11488341" y="531019"/>
                </a:cubicBezTo>
                <a:cubicBezTo>
                  <a:pt x="11510378" y="532124"/>
                  <a:pt x="11598983" y="536881"/>
                  <a:pt x="11631415" y="538053"/>
                </a:cubicBezTo>
                <a:cubicBezTo>
                  <a:pt x="11663847" y="539225"/>
                  <a:pt x="11650717" y="536007"/>
                  <a:pt x="11666264" y="535672"/>
                </a:cubicBezTo>
                <a:cubicBezTo>
                  <a:pt x="11681811" y="535337"/>
                  <a:pt x="11700204" y="526934"/>
                  <a:pt x="11724698" y="536041"/>
                </a:cubicBezTo>
                <a:cubicBezTo>
                  <a:pt x="11743020" y="531196"/>
                  <a:pt x="11743491" y="542315"/>
                  <a:pt x="11763807" y="545183"/>
                </a:cubicBezTo>
                <a:cubicBezTo>
                  <a:pt x="11775016" y="549241"/>
                  <a:pt x="11789046" y="548064"/>
                  <a:pt x="11798300" y="550863"/>
                </a:cubicBezTo>
                <a:cubicBezTo>
                  <a:pt x="11807554" y="553662"/>
                  <a:pt x="11814870" y="554166"/>
                  <a:pt x="11821716" y="557213"/>
                </a:cubicBezTo>
                <a:cubicBezTo>
                  <a:pt x="11828562" y="560260"/>
                  <a:pt x="11830643" y="566367"/>
                  <a:pt x="11839374" y="569145"/>
                </a:cubicBezTo>
                <a:cubicBezTo>
                  <a:pt x="11848105" y="571923"/>
                  <a:pt x="11861759" y="576813"/>
                  <a:pt x="11871722" y="578644"/>
                </a:cubicBezTo>
                <a:cubicBezTo>
                  <a:pt x="11881685" y="580475"/>
                  <a:pt x="11880173" y="577641"/>
                  <a:pt x="11899154" y="580133"/>
                </a:cubicBezTo>
                <a:cubicBezTo>
                  <a:pt x="11930093" y="585454"/>
                  <a:pt x="11957956" y="589309"/>
                  <a:pt x="11992753" y="588833"/>
                </a:cubicBezTo>
                <a:cubicBezTo>
                  <a:pt x="11999276" y="598540"/>
                  <a:pt x="12009663" y="594134"/>
                  <a:pt x="12023554" y="588997"/>
                </a:cubicBezTo>
                <a:cubicBezTo>
                  <a:pt x="12049522" y="596077"/>
                  <a:pt x="12093380" y="601562"/>
                  <a:pt x="12137802" y="617391"/>
                </a:cubicBezTo>
                <a:cubicBezTo>
                  <a:pt x="12156710" y="627093"/>
                  <a:pt x="12160884" y="628759"/>
                  <a:pt x="12174434" y="631430"/>
                </a:cubicBezTo>
                <a:lnTo>
                  <a:pt x="12192000" y="634770"/>
                </a:lnTo>
                <a:lnTo>
                  <a:pt x="12192000" y="6857681"/>
                </a:lnTo>
                <a:lnTo>
                  <a:pt x="9979612" y="6857681"/>
                </a:lnTo>
                <a:lnTo>
                  <a:pt x="9971269" y="6854457"/>
                </a:lnTo>
                <a:cubicBezTo>
                  <a:pt x="9959912" y="6851181"/>
                  <a:pt x="9949163" y="6849764"/>
                  <a:pt x="9939502" y="6851921"/>
                </a:cubicBezTo>
                <a:cubicBezTo>
                  <a:pt x="9891606" y="6835635"/>
                  <a:pt x="9864404" y="6844006"/>
                  <a:pt x="9834453" y="6832151"/>
                </a:cubicBezTo>
                <a:cubicBezTo>
                  <a:pt x="9804501" y="6820296"/>
                  <a:pt x="9801374" y="6798259"/>
                  <a:pt x="9759795" y="6780787"/>
                </a:cubicBezTo>
                <a:cubicBezTo>
                  <a:pt x="9718217" y="6763314"/>
                  <a:pt x="9629817" y="6740362"/>
                  <a:pt x="9584980" y="6727313"/>
                </a:cubicBezTo>
                <a:cubicBezTo>
                  <a:pt x="9546420" y="6722010"/>
                  <a:pt x="9530408" y="6725469"/>
                  <a:pt x="9490770" y="6702489"/>
                </a:cubicBezTo>
                <a:cubicBezTo>
                  <a:pt x="9443320" y="6701025"/>
                  <a:pt x="9424336" y="6690023"/>
                  <a:pt x="9380405" y="6676541"/>
                </a:cubicBezTo>
                <a:cubicBezTo>
                  <a:pt x="9335978" y="6675243"/>
                  <a:pt x="9297645" y="6680915"/>
                  <a:pt x="9259939" y="6674414"/>
                </a:cubicBezTo>
                <a:cubicBezTo>
                  <a:pt x="9244772" y="6679394"/>
                  <a:pt x="9230416" y="6681084"/>
                  <a:pt x="9216296" y="6672209"/>
                </a:cubicBezTo>
                <a:cubicBezTo>
                  <a:pt x="9174886" y="6673387"/>
                  <a:pt x="9165078" y="6684906"/>
                  <a:pt x="9138624" y="6674601"/>
                </a:cubicBezTo>
                <a:cubicBezTo>
                  <a:pt x="9108454" y="6672027"/>
                  <a:pt x="9060163" y="6657862"/>
                  <a:pt x="9035273" y="6656766"/>
                </a:cubicBezTo>
                <a:cubicBezTo>
                  <a:pt x="9043993" y="6670577"/>
                  <a:pt x="8988276" y="6655711"/>
                  <a:pt x="8989286" y="6668016"/>
                </a:cubicBezTo>
                <a:cubicBezTo>
                  <a:pt x="8965548" y="6651220"/>
                  <a:pt x="8960144" y="6673151"/>
                  <a:pt x="8932387" y="6668707"/>
                </a:cubicBezTo>
                <a:cubicBezTo>
                  <a:pt x="8918435" y="6662528"/>
                  <a:pt x="8909159" y="6661716"/>
                  <a:pt x="8898375" y="6669282"/>
                </a:cubicBezTo>
                <a:cubicBezTo>
                  <a:pt x="8833747" y="6639096"/>
                  <a:pt x="8863155" y="6669089"/>
                  <a:pt x="8806495" y="6658618"/>
                </a:cubicBezTo>
                <a:cubicBezTo>
                  <a:pt x="8757168" y="6647242"/>
                  <a:pt x="8702613" y="6640665"/>
                  <a:pt x="8650927" y="6611139"/>
                </a:cubicBezTo>
                <a:cubicBezTo>
                  <a:pt x="8640770" y="6602610"/>
                  <a:pt x="8619775" y="6599998"/>
                  <a:pt x="8604033" y="6605300"/>
                </a:cubicBezTo>
                <a:cubicBezTo>
                  <a:pt x="8601324" y="6606213"/>
                  <a:pt x="8598878" y="6607331"/>
                  <a:pt x="8596767" y="6608618"/>
                </a:cubicBezTo>
                <a:cubicBezTo>
                  <a:pt x="8565299" y="6587556"/>
                  <a:pt x="8548876" y="6598771"/>
                  <a:pt x="8533762" y="6584302"/>
                </a:cubicBezTo>
                <a:cubicBezTo>
                  <a:pt x="8487059" y="6579247"/>
                  <a:pt x="8451683" y="6594395"/>
                  <a:pt x="8437660" y="6581725"/>
                </a:cubicBezTo>
                <a:cubicBezTo>
                  <a:pt x="8414209" y="6582991"/>
                  <a:pt x="8383722" y="6598678"/>
                  <a:pt x="8364494" y="6585073"/>
                </a:cubicBezTo>
                <a:cubicBezTo>
                  <a:pt x="8363342" y="6596536"/>
                  <a:pt x="8336540" y="6576888"/>
                  <a:pt x="8323751" y="6584665"/>
                </a:cubicBezTo>
                <a:cubicBezTo>
                  <a:pt x="8314841" y="6591411"/>
                  <a:pt x="8304634" y="6587022"/>
                  <a:pt x="8293791" y="6586903"/>
                </a:cubicBezTo>
                <a:cubicBezTo>
                  <a:pt x="8280721" y="6592424"/>
                  <a:pt x="8232642" y="6585021"/>
                  <a:pt x="8219223" y="6578961"/>
                </a:cubicBezTo>
                <a:cubicBezTo>
                  <a:pt x="8185638" y="6557431"/>
                  <a:pt x="8123924" y="6576522"/>
                  <a:pt x="8096330" y="6560092"/>
                </a:cubicBezTo>
                <a:cubicBezTo>
                  <a:pt x="8087121" y="6557869"/>
                  <a:pt x="8078422" y="6557144"/>
                  <a:pt x="8070086" y="6557355"/>
                </a:cubicBezTo>
                <a:lnTo>
                  <a:pt x="8047207" y="6560092"/>
                </a:lnTo>
                <a:lnTo>
                  <a:pt x="8041620" y="6565163"/>
                </a:lnTo>
                <a:lnTo>
                  <a:pt x="8027134" y="6564473"/>
                </a:lnTo>
                <a:lnTo>
                  <a:pt x="8023214" y="6565355"/>
                </a:lnTo>
                <a:cubicBezTo>
                  <a:pt x="8015729" y="6567060"/>
                  <a:pt x="8008307" y="6568574"/>
                  <a:pt x="8000801" y="6569339"/>
                </a:cubicBezTo>
                <a:cubicBezTo>
                  <a:pt x="8005606" y="6544751"/>
                  <a:pt x="7937754" y="6571777"/>
                  <a:pt x="7954618" y="6551428"/>
                </a:cubicBezTo>
                <a:cubicBezTo>
                  <a:pt x="7914215" y="6551344"/>
                  <a:pt x="7940865" y="6531998"/>
                  <a:pt x="7896427" y="6551123"/>
                </a:cubicBezTo>
                <a:lnTo>
                  <a:pt x="7643090" y="6532163"/>
                </a:lnTo>
                <a:cubicBezTo>
                  <a:pt x="7673996" y="6576436"/>
                  <a:pt x="7562550" y="6494154"/>
                  <a:pt x="7553164" y="6525457"/>
                </a:cubicBezTo>
                <a:cubicBezTo>
                  <a:pt x="7546247" y="6496957"/>
                  <a:pt x="7465610" y="6497391"/>
                  <a:pt x="7421154" y="6476273"/>
                </a:cubicBezTo>
                <a:cubicBezTo>
                  <a:pt x="7361551" y="6472649"/>
                  <a:pt x="7315144" y="6450550"/>
                  <a:pt x="7255968" y="6462166"/>
                </a:cubicBezTo>
                <a:cubicBezTo>
                  <a:pt x="7253251" y="6458417"/>
                  <a:pt x="7249451" y="6455333"/>
                  <a:pt x="7244911" y="6452730"/>
                </a:cubicBezTo>
                <a:lnTo>
                  <a:pt x="7230265" y="6446549"/>
                </a:lnTo>
                <a:lnTo>
                  <a:pt x="7227815" y="6447125"/>
                </a:lnTo>
                <a:cubicBezTo>
                  <a:pt x="7217801" y="6447570"/>
                  <a:pt x="7212312" y="6446146"/>
                  <a:pt x="7208840" y="6443899"/>
                </a:cubicBezTo>
                <a:lnTo>
                  <a:pt x="7205995" y="6440529"/>
                </a:lnTo>
                <a:lnTo>
                  <a:pt x="7193384" y="6437481"/>
                </a:lnTo>
                <a:lnTo>
                  <a:pt x="7169652" y="6429226"/>
                </a:lnTo>
                <a:lnTo>
                  <a:pt x="7164173" y="6429791"/>
                </a:lnTo>
                <a:lnTo>
                  <a:pt x="7126763" y="6420626"/>
                </a:lnTo>
                <a:lnTo>
                  <a:pt x="7125753" y="6421501"/>
                </a:lnTo>
                <a:cubicBezTo>
                  <a:pt x="7122639" y="6423254"/>
                  <a:pt x="7118733" y="6424154"/>
                  <a:pt x="7113057" y="6423293"/>
                </a:cubicBezTo>
                <a:cubicBezTo>
                  <a:pt x="7114552" y="6439288"/>
                  <a:pt x="7106783" y="6428384"/>
                  <a:pt x="7089914" y="6424434"/>
                </a:cubicBezTo>
                <a:cubicBezTo>
                  <a:pt x="7088470" y="6448394"/>
                  <a:pt x="7044915" y="6428308"/>
                  <a:pt x="7030458" y="6439456"/>
                </a:cubicBezTo>
                <a:cubicBezTo>
                  <a:pt x="7018098" y="6436014"/>
                  <a:pt x="7005002" y="6432811"/>
                  <a:pt x="6991398" y="6430012"/>
                </a:cubicBezTo>
                <a:lnTo>
                  <a:pt x="6983250" y="6428652"/>
                </a:lnTo>
                <a:lnTo>
                  <a:pt x="6982969" y="6428851"/>
                </a:lnTo>
                <a:cubicBezTo>
                  <a:pt x="6980946" y="6429033"/>
                  <a:pt x="6978171" y="6428766"/>
                  <a:pt x="6974140" y="6427864"/>
                </a:cubicBezTo>
                <a:lnTo>
                  <a:pt x="6968396" y="6426177"/>
                </a:lnTo>
                <a:lnTo>
                  <a:pt x="6952590" y="6423541"/>
                </a:lnTo>
                <a:lnTo>
                  <a:pt x="6946361" y="6424122"/>
                </a:lnTo>
                <a:lnTo>
                  <a:pt x="6942752" y="6426497"/>
                </a:lnTo>
                <a:lnTo>
                  <a:pt x="6941472" y="6425953"/>
                </a:lnTo>
                <a:cubicBezTo>
                  <a:pt x="6933258" y="6419432"/>
                  <a:pt x="6934084" y="6412085"/>
                  <a:pt x="6907932" y="6428597"/>
                </a:cubicBezTo>
                <a:cubicBezTo>
                  <a:pt x="6887113" y="6416820"/>
                  <a:pt x="6874835" y="6427475"/>
                  <a:pt x="6837100" y="6425985"/>
                </a:cubicBezTo>
                <a:cubicBezTo>
                  <a:pt x="6826990" y="6416391"/>
                  <a:pt x="6813527" y="6417132"/>
                  <a:pt x="6798354" y="6421041"/>
                </a:cubicBezTo>
                <a:cubicBezTo>
                  <a:pt x="6766250" y="6412267"/>
                  <a:pt x="6729955" y="6415375"/>
                  <a:pt x="6690235" y="6411268"/>
                </a:cubicBezTo>
                <a:cubicBezTo>
                  <a:pt x="6654585" y="6395260"/>
                  <a:pt x="6622599" y="6408785"/>
                  <a:pt x="6580197" y="6404322"/>
                </a:cubicBezTo>
                <a:cubicBezTo>
                  <a:pt x="6554864" y="6382418"/>
                  <a:pt x="6541862" y="6413854"/>
                  <a:pt x="6516748" y="6416928"/>
                </a:cubicBezTo>
                <a:lnTo>
                  <a:pt x="6510427" y="6416567"/>
                </a:lnTo>
                <a:lnTo>
                  <a:pt x="6496409" y="6411723"/>
                </a:lnTo>
                <a:lnTo>
                  <a:pt x="6491671" y="6409264"/>
                </a:lnTo>
                <a:cubicBezTo>
                  <a:pt x="6488210" y="6407807"/>
                  <a:pt x="6485652" y="6407144"/>
                  <a:pt x="6483603" y="6407023"/>
                </a:cubicBezTo>
                <a:lnTo>
                  <a:pt x="6483235" y="6407169"/>
                </a:lnTo>
                <a:lnTo>
                  <a:pt x="6476007" y="6404672"/>
                </a:lnTo>
                <a:cubicBezTo>
                  <a:pt x="6464202" y="6399995"/>
                  <a:pt x="6453088" y="6395002"/>
                  <a:pt x="6442802" y="6389891"/>
                </a:cubicBezTo>
                <a:cubicBezTo>
                  <a:pt x="6423332" y="6398448"/>
                  <a:pt x="6390988" y="6372810"/>
                  <a:pt x="6377838" y="6395551"/>
                </a:cubicBezTo>
                <a:cubicBezTo>
                  <a:pt x="6363436" y="6389290"/>
                  <a:pt x="6361258" y="6377704"/>
                  <a:pt x="6354860" y="6393247"/>
                </a:cubicBezTo>
                <a:cubicBezTo>
                  <a:pt x="6349784" y="6391587"/>
                  <a:pt x="6345558" y="6391878"/>
                  <a:pt x="6341683" y="6393098"/>
                </a:cubicBezTo>
                <a:lnTo>
                  <a:pt x="6340276" y="6393789"/>
                </a:lnTo>
                <a:lnTo>
                  <a:pt x="6308531" y="6379516"/>
                </a:lnTo>
                <a:lnTo>
                  <a:pt x="6302948" y="6379253"/>
                </a:lnTo>
                <a:cubicBezTo>
                  <a:pt x="6248814" y="6382108"/>
                  <a:pt x="6205926" y="6362006"/>
                  <a:pt x="6140607" y="6334265"/>
                </a:cubicBezTo>
                <a:cubicBezTo>
                  <a:pt x="6137487" y="6331108"/>
                  <a:pt x="6051161" y="6339116"/>
                  <a:pt x="6050365" y="6335126"/>
                </a:cubicBezTo>
                <a:cubicBezTo>
                  <a:pt x="6006576" y="6331181"/>
                  <a:pt x="6035144" y="6327580"/>
                  <a:pt x="5978838" y="6322018"/>
                </a:cubicBezTo>
                <a:cubicBezTo>
                  <a:pt x="5962530" y="6314338"/>
                  <a:pt x="5894920" y="6289616"/>
                  <a:pt x="5897645" y="6301654"/>
                </a:cubicBezTo>
                <a:lnTo>
                  <a:pt x="5796158" y="6279213"/>
                </a:lnTo>
                <a:lnTo>
                  <a:pt x="5664797" y="6258481"/>
                </a:lnTo>
                <a:lnTo>
                  <a:pt x="5558293" y="6242384"/>
                </a:lnTo>
                <a:lnTo>
                  <a:pt x="5549921" y="6243309"/>
                </a:lnTo>
                <a:lnTo>
                  <a:pt x="5528450" y="6240218"/>
                </a:lnTo>
                <a:lnTo>
                  <a:pt x="5520604" y="6238128"/>
                </a:lnTo>
                <a:cubicBezTo>
                  <a:pt x="5515114" y="6237034"/>
                  <a:pt x="5511354" y="6236750"/>
                  <a:pt x="5508634" y="6237043"/>
                </a:cubicBezTo>
                <a:lnTo>
                  <a:pt x="5508268" y="6237311"/>
                </a:lnTo>
                <a:lnTo>
                  <a:pt x="5497199" y="6235718"/>
                </a:lnTo>
                <a:cubicBezTo>
                  <a:pt x="5478687" y="6232353"/>
                  <a:pt x="5460838" y="6228438"/>
                  <a:pt x="5443971" y="6224189"/>
                </a:cubicBezTo>
                <a:cubicBezTo>
                  <a:pt x="5425088" y="6239333"/>
                  <a:pt x="5365198" y="6213813"/>
                  <a:pt x="5364587" y="6245607"/>
                </a:cubicBezTo>
                <a:cubicBezTo>
                  <a:pt x="5341603" y="6240798"/>
                  <a:pt x="5330518" y="6226543"/>
                  <a:pt x="5333425" y="6247706"/>
                </a:cubicBezTo>
                <a:cubicBezTo>
                  <a:pt x="5325718" y="6246708"/>
                  <a:pt x="5320498" y="6247999"/>
                  <a:pt x="5316391" y="6250403"/>
                </a:cubicBezTo>
                <a:lnTo>
                  <a:pt x="5315083" y="6251588"/>
                </a:lnTo>
                <a:lnTo>
                  <a:pt x="5264093" y="6240388"/>
                </a:lnTo>
                <a:lnTo>
                  <a:pt x="5256734" y="6241276"/>
                </a:lnTo>
                <a:lnTo>
                  <a:pt x="5224251" y="6230935"/>
                </a:lnTo>
                <a:lnTo>
                  <a:pt x="5207068" y="6227214"/>
                </a:lnTo>
                <a:lnTo>
                  <a:pt x="5203042" y="6222819"/>
                </a:lnTo>
                <a:lnTo>
                  <a:pt x="5013633" y="6212104"/>
                </a:lnTo>
                <a:cubicBezTo>
                  <a:pt x="5007363" y="6208771"/>
                  <a:pt x="4867451" y="6189553"/>
                  <a:pt x="4863573" y="6184654"/>
                </a:cubicBezTo>
                <a:lnTo>
                  <a:pt x="4651416" y="6166539"/>
                </a:lnTo>
                <a:cubicBezTo>
                  <a:pt x="4624977" y="6160344"/>
                  <a:pt x="4469364" y="6128170"/>
                  <a:pt x="4481486" y="6142882"/>
                </a:cubicBezTo>
                <a:cubicBezTo>
                  <a:pt x="4405439" y="6106748"/>
                  <a:pt x="4365783" y="6101727"/>
                  <a:pt x="4269331" y="6098123"/>
                </a:cubicBezTo>
                <a:cubicBezTo>
                  <a:pt x="4210440" y="6124597"/>
                  <a:pt x="4245321" y="6098279"/>
                  <a:pt x="4190801" y="6099192"/>
                </a:cubicBezTo>
                <a:cubicBezTo>
                  <a:pt x="4212420" y="6071793"/>
                  <a:pt x="4151268" y="6084104"/>
                  <a:pt x="4127486" y="6076624"/>
                </a:cubicBezTo>
                <a:cubicBezTo>
                  <a:pt x="4117403" y="6077826"/>
                  <a:pt x="4107474" y="6080022"/>
                  <a:pt x="4097468" y="6082472"/>
                </a:cubicBezTo>
                <a:lnTo>
                  <a:pt x="4092230" y="6083737"/>
                </a:lnTo>
                <a:lnTo>
                  <a:pt x="4072646" y="6083192"/>
                </a:lnTo>
                <a:lnTo>
                  <a:pt x="4065392" y="6090055"/>
                </a:lnTo>
                <a:lnTo>
                  <a:pt x="4034674" y="6094262"/>
                </a:lnTo>
                <a:cubicBezTo>
                  <a:pt x="4023438" y="6094753"/>
                  <a:pt x="4011659" y="6094013"/>
                  <a:pt x="3999109" y="6091300"/>
                </a:cubicBezTo>
                <a:cubicBezTo>
                  <a:pt x="3960965" y="6070220"/>
                  <a:pt x="3878759" y="6097089"/>
                  <a:pt x="3832245" y="6069403"/>
                </a:cubicBezTo>
                <a:cubicBezTo>
                  <a:pt x="3780875" y="6064935"/>
                  <a:pt x="3723613" y="6065226"/>
                  <a:pt x="3690889" y="6064489"/>
                </a:cubicBezTo>
                <a:cubicBezTo>
                  <a:pt x="3674068" y="6075123"/>
                  <a:pt x="3636813" y="6049759"/>
                  <a:pt x="3635899" y="6064980"/>
                </a:cubicBezTo>
                <a:lnTo>
                  <a:pt x="3620576" y="6070271"/>
                </a:lnTo>
                <a:lnTo>
                  <a:pt x="3604087" y="6064439"/>
                </a:lnTo>
                <a:cubicBezTo>
                  <a:pt x="3590166" y="6069757"/>
                  <a:pt x="3579308" y="6073243"/>
                  <a:pt x="3568387" y="6069146"/>
                </a:cubicBezTo>
                <a:lnTo>
                  <a:pt x="3503818" y="6089506"/>
                </a:lnTo>
                <a:cubicBezTo>
                  <a:pt x="3510915" y="6100196"/>
                  <a:pt x="3472416" y="6088681"/>
                  <a:pt x="3466246" y="6098777"/>
                </a:cubicBezTo>
                <a:cubicBezTo>
                  <a:pt x="3462890" y="6107015"/>
                  <a:pt x="3450430" y="6105442"/>
                  <a:pt x="3440422" y="6107901"/>
                </a:cubicBezTo>
                <a:cubicBezTo>
                  <a:pt x="3432391" y="6116010"/>
                  <a:pt x="3383132" y="6120663"/>
                  <a:pt x="3366542" y="6118330"/>
                </a:cubicBezTo>
                <a:cubicBezTo>
                  <a:pt x="3311828" y="6124732"/>
                  <a:pt x="3277604" y="6138667"/>
                  <a:pt x="3240669" y="6130264"/>
                </a:cubicBezTo>
                <a:cubicBezTo>
                  <a:pt x="3230661" y="6130422"/>
                  <a:pt x="3222184" y="6131822"/>
                  <a:pt x="3214708" y="6133988"/>
                </a:cubicBezTo>
                <a:lnTo>
                  <a:pt x="3194214" y="6147821"/>
                </a:lnTo>
                <a:lnTo>
                  <a:pt x="3180468" y="6150623"/>
                </a:lnTo>
                <a:lnTo>
                  <a:pt x="3177508" y="6152351"/>
                </a:lnTo>
                <a:cubicBezTo>
                  <a:pt x="3171873" y="6155673"/>
                  <a:pt x="3166158" y="6158806"/>
                  <a:pt x="3159834" y="6161276"/>
                </a:cubicBezTo>
                <a:cubicBezTo>
                  <a:pt x="3135185" y="6159416"/>
                  <a:pt x="3121213" y="6160394"/>
                  <a:pt x="3104835" y="6155927"/>
                </a:cubicBezTo>
                <a:cubicBezTo>
                  <a:pt x="3067805" y="6165414"/>
                  <a:pt x="3078432" y="6141523"/>
                  <a:pt x="3051373" y="6169421"/>
                </a:cubicBezTo>
                <a:cubicBezTo>
                  <a:pt x="2978033" y="6169169"/>
                  <a:pt x="2947947" y="6220998"/>
                  <a:pt x="2877306" y="6208324"/>
                </a:cubicBezTo>
                <a:cubicBezTo>
                  <a:pt x="2821913" y="6217975"/>
                  <a:pt x="2762952" y="6223226"/>
                  <a:pt x="2719018" y="6227333"/>
                </a:cubicBezTo>
                <a:cubicBezTo>
                  <a:pt x="2639811" y="6232636"/>
                  <a:pt x="2504877" y="6234795"/>
                  <a:pt x="2454061" y="6236538"/>
                </a:cubicBezTo>
                <a:cubicBezTo>
                  <a:pt x="2403245" y="6238280"/>
                  <a:pt x="2420126" y="6239079"/>
                  <a:pt x="2414120" y="6237789"/>
                </a:cubicBezTo>
                <a:lnTo>
                  <a:pt x="2384765" y="6235638"/>
                </a:lnTo>
                <a:lnTo>
                  <a:pt x="2365600" y="6233135"/>
                </a:lnTo>
                <a:cubicBezTo>
                  <a:pt x="2356752" y="6235910"/>
                  <a:pt x="2350716" y="6235915"/>
                  <a:pt x="2345941" y="6234695"/>
                </a:cubicBezTo>
                <a:lnTo>
                  <a:pt x="2340941" y="6232305"/>
                </a:lnTo>
                <a:lnTo>
                  <a:pt x="2327235" y="6232519"/>
                </a:lnTo>
                <a:lnTo>
                  <a:pt x="2299646" y="6230633"/>
                </a:lnTo>
                <a:lnTo>
                  <a:pt x="2295035" y="6232443"/>
                </a:lnTo>
                <a:lnTo>
                  <a:pt x="2268728" y="6240177"/>
                </a:lnTo>
                <a:cubicBezTo>
                  <a:pt x="2268628" y="6240521"/>
                  <a:pt x="2254084" y="6233657"/>
                  <a:pt x="2253984" y="6234001"/>
                </a:cubicBezTo>
                <a:cubicBezTo>
                  <a:pt x="2239122" y="6237048"/>
                  <a:pt x="2209108" y="6234931"/>
                  <a:pt x="2191113" y="6240434"/>
                </a:cubicBezTo>
                <a:lnTo>
                  <a:pt x="2146012" y="6259810"/>
                </a:lnTo>
                <a:cubicBezTo>
                  <a:pt x="2145973" y="6259892"/>
                  <a:pt x="2128598" y="6274390"/>
                  <a:pt x="2128560" y="6274472"/>
                </a:cubicBezTo>
                <a:cubicBezTo>
                  <a:pt x="2126838" y="6275117"/>
                  <a:pt x="2124109" y="6275530"/>
                  <a:pt x="2119778" y="6275665"/>
                </a:cubicBezTo>
                <a:lnTo>
                  <a:pt x="2110434" y="6282700"/>
                </a:lnTo>
                <a:lnTo>
                  <a:pt x="2081418" y="6289059"/>
                </a:lnTo>
                <a:lnTo>
                  <a:pt x="2088526" y="6281659"/>
                </a:lnTo>
                <a:cubicBezTo>
                  <a:pt x="2076371" y="6277676"/>
                  <a:pt x="2071903" y="6270803"/>
                  <a:pt x="2059717" y="6292002"/>
                </a:cubicBezTo>
                <a:cubicBezTo>
                  <a:pt x="2032291" y="6286224"/>
                  <a:pt x="2028634" y="6298813"/>
                  <a:pt x="1993045" y="6306390"/>
                </a:cubicBezTo>
                <a:cubicBezTo>
                  <a:pt x="1976971" y="6300063"/>
                  <a:pt x="1965178" y="6303922"/>
                  <a:pt x="1954075" y="6311066"/>
                </a:cubicBezTo>
                <a:cubicBezTo>
                  <a:pt x="1918456" y="6310689"/>
                  <a:pt x="1887456" y="6322102"/>
                  <a:pt x="1848190" y="6327771"/>
                </a:cubicBezTo>
                <a:lnTo>
                  <a:pt x="1737951" y="6344513"/>
                </a:lnTo>
                <a:lnTo>
                  <a:pt x="1696709" y="6346605"/>
                </a:lnTo>
                <a:cubicBezTo>
                  <a:pt x="1692504" y="6346100"/>
                  <a:pt x="1663837" y="6347211"/>
                  <a:pt x="1661872" y="6347587"/>
                </a:cubicBezTo>
                <a:lnTo>
                  <a:pt x="1655864" y="6347808"/>
                </a:lnTo>
                <a:lnTo>
                  <a:pt x="1633028" y="6358060"/>
                </a:lnTo>
                <a:cubicBezTo>
                  <a:pt x="1618899" y="6356602"/>
                  <a:pt x="1619623" y="6369112"/>
                  <a:pt x="1606576" y="6366899"/>
                </a:cubicBezTo>
                <a:lnTo>
                  <a:pt x="1461291" y="6379054"/>
                </a:lnTo>
                <a:lnTo>
                  <a:pt x="1428798" y="6379606"/>
                </a:lnTo>
                <a:cubicBezTo>
                  <a:pt x="1424834" y="6377722"/>
                  <a:pt x="1419064" y="6376842"/>
                  <a:pt x="1409244" y="6378241"/>
                </a:cubicBezTo>
                <a:lnTo>
                  <a:pt x="1406951" y="6379043"/>
                </a:lnTo>
                <a:lnTo>
                  <a:pt x="1391002" y="6374347"/>
                </a:lnTo>
                <a:cubicBezTo>
                  <a:pt x="1385899" y="6372215"/>
                  <a:pt x="1381417" y="6369535"/>
                  <a:pt x="1377852" y="6366097"/>
                </a:cubicBezTo>
                <a:cubicBezTo>
                  <a:pt x="1352108" y="6365458"/>
                  <a:pt x="1267249" y="6359383"/>
                  <a:pt x="1239424" y="6359700"/>
                </a:cubicBezTo>
                <a:cubicBezTo>
                  <a:pt x="1211599" y="6360016"/>
                  <a:pt x="1221978" y="6361392"/>
                  <a:pt x="1208014" y="6357188"/>
                </a:cubicBezTo>
                <a:lnTo>
                  <a:pt x="1152751" y="6345283"/>
                </a:lnTo>
                <a:lnTo>
                  <a:pt x="949771" y="6335308"/>
                </a:lnTo>
                <a:cubicBezTo>
                  <a:pt x="888502" y="6312655"/>
                  <a:pt x="822682" y="6331858"/>
                  <a:pt x="752723" y="6320875"/>
                </a:cubicBezTo>
                <a:cubicBezTo>
                  <a:pt x="697396" y="6317271"/>
                  <a:pt x="686655" y="6275609"/>
                  <a:pt x="665167" y="6275293"/>
                </a:cubicBezTo>
                <a:cubicBezTo>
                  <a:pt x="657908" y="6276764"/>
                  <a:pt x="625159" y="6270979"/>
                  <a:pt x="618141" y="6273378"/>
                </a:cubicBezTo>
                <a:cubicBezTo>
                  <a:pt x="606112" y="6250236"/>
                  <a:pt x="628751" y="6263137"/>
                  <a:pt x="596498" y="6261621"/>
                </a:cubicBezTo>
                <a:cubicBezTo>
                  <a:pt x="598654" y="6267969"/>
                  <a:pt x="583476" y="6241875"/>
                  <a:pt x="568296" y="6259035"/>
                </a:cubicBezTo>
                <a:lnTo>
                  <a:pt x="550874" y="6247808"/>
                </a:lnTo>
                <a:lnTo>
                  <a:pt x="521056" y="6251759"/>
                </a:lnTo>
                <a:cubicBezTo>
                  <a:pt x="512844" y="6252767"/>
                  <a:pt x="496898" y="6238469"/>
                  <a:pt x="487255" y="6237156"/>
                </a:cubicBezTo>
                <a:cubicBezTo>
                  <a:pt x="449168" y="6235869"/>
                  <a:pt x="452372" y="6218847"/>
                  <a:pt x="431825" y="6228675"/>
                </a:cubicBezTo>
                <a:cubicBezTo>
                  <a:pt x="409674" y="6239271"/>
                  <a:pt x="353899" y="6202116"/>
                  <a:pt x="346639" y="6209624"/>
                </a:cubicBezTo>
                <a:cubicBezTo>
                  <a:pt x="335776" y="6218525"/>
                  <a:pt x="269484" y="6176632"/>
                  <a:pt x="271007" y="6188053"/>
                </a:cubicBezTo>
                <a:cubicBezTo>
                  <a:pt x="223668" y="6157668"/>
                  <a:pt x="207158" y="6173403"/>
                  <a:pt x="189996" y="6162482"/>
                </a:cubicBezTo>
                <a:cubicBezTo>
                  <a:pt x="167941" y="6147838"/>
                  <a:pt x="134526" y="6155297"/>
                  <a:pt x="121342" y="6139836"/>
                </a:cubicBezTo>
                <a:cubicBezTo>
                  <a:pt x="108158" y="6124375"/>
                  <a:pt x="113782" y="6146084"/>
                  <a:pt x="90669" y="6116573"/>
                </a:cubicBezTo>
                <a:cubicBezTo>
                  <a:pt x="76705" y="6097951"/>
                  <a:pt x="64226" y="6077165"/>
                  <a:pt x="49115" y="6053333"/>
                </a:cubicBezTo>
                <a:cubicBezTo>
                  <a:pt x="34004" y="6029501"/>
                  <a:pt x="12038" y="6070748"/>
                  <a:pt x="0" y="602404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87193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59D998-AB6C-46E1-B394-118E9A1E2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138171-38C2-B528-7591-70069C7AA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93" b="-1"/>
          <a:stretch>
            <a:fillRect/>
          </a:stretch>
        </p:blipFill>
        <p:spPr>
          <a:xfrm>
            <a:off x="20" y="10"/>
            <a:ext cx="12191980" cy="6865943"/>
          </a:xfrm>
          <a:custGeom>
            <a:avLst/>
            <a:gdLst/>
            <a:ahLst/>
            <a:cxnLst/>
            <a:rect l="l" t="t" r="r" b="b"/>
            <a:pathLst>
              <a:path w="12192000" h="6857681">
                <a:moveTo>
                  <a:pt x="0" y="0"/>
                </a:moveTo>
                <a:lnTo>
                  <a:pt x="6033794" y="0"/>
                </a:lnTo>
                <a:lnTo>
                  <a:pt x="6104632" y="17448"/>
                </a:lnTo>
                <a:cubicBezTo>
                  <a:pt x="6167597" y="23966"/>
                  <a:pt x="6148747" y="27214"/>
                  <a:pt x="6198111" y="26888"/>
                </a:cubicBezTo>
                <a:cubicBezTo>
                  <a:pt x="6203032" y="26525"/>
                  <a:pt x="6212450" y="35708"/>
                  <a:pt x="6231511" y="33431"/>
                </a:cubicBezTo>
                <a:cubicBezTo>
                  <a:pt x="6261681" y="37362"/>
                  <a:pt x="6245025" y="48416"/>
                  <a:pt x="6283668" y="52056"/>
                </a:cubicBezTo>
                <a:cubicBezTo>
                  <a:pt x="6280095" y="55478"/>
                  <a:pt x="6317954" y="53783"/>
                  <a:pt x="6321602" y="65933"/>
                </a:cubicBezTo>
                <a:cubicBezTo>
                  <a:pt x="6338020" y="69803"/>
                  <a:pt x="6363241" y="73066"/>
                  <a:pt x="6382175" y="75274"/>
                </a:cubicBezTo>
                <a:cubicBezTo>
                  <a:pt x="6410543" y="81224"/>
                  <a:pt x="6424665" y="87641"/>
                  <a:pt x="6428857" y="91880"/>
                </a:cubicBezTo>
                <a:cubicBezTo>
                  <a:pt x="6457257" y="98611"/>
                  <a:pt x="6454186" y="99822"/>
                  <a:pt x="6491478" y="114104"/>
                </a:cubicBezTo>
                <a:cubicBezTo>
                  <a:pt x="6513363" y="108974"/>
                  <a:pt x="6532168" y="120070"/>
                  <a:pt x="6541328" y="130204"/>
                </a:cubicBezTo>
                <a:cubicBezTo>
                  <a:pt x="6566101" y="139804"/>
                  <a:pt x="6619910" y="162727"/>
                  <a:pt x="6655300" y="165762"/>
                </a:cubicBezTo>
                <a:cubicBezTo>
                  <a:pt x="6709422" y="165032"/>
                  <a:pt x="6694278" y="176304"/>
                  <a:pt x="6718357" y="184874"/>
                </a:cubicBezTo>
                <a:cubicBezTo>
                  <a:pt x="6737101" y="195527"/>
                  <a:pt x="6734493" y="186329"/>
                  <a:pt x="6754054" y="199796"/>
                </a:cubicBezTo>
                <a:lnTo>
                  <a:pt x="6790284" y="215417"/>
                </a:lnTo>
                <a:lnTo>
                  <a:pt x="6833979" y="239878"/>
                </a:lnTo>
                <a:lnTo>
                  <a:pt x="6843981" y="246602"/>
                </a:lnTo>
                <a:cubicBezTo>
                  <a:pt x="6849111" y="246626"/>
                  <a:pt x="6852366" y="247045"/>
                  <a:pt x="6854445" y="247782"/>
                </a:cubicBezTo>
                <a:cubicBezTo>
                  <a:pt x="6854496" y="247881"/>
                  <a:pt x="6854549" y="247980"/>
                  <a:pt x="6854600" y="248079"/>
                </a:cubicBezTo>
                <a:lnTo>
                  <a:pt x="6869364" y="251040"/>
                </a:lnTo>
                <a:cubicBezTo>
                  <a:pt x="6886479" y="251404"/>
                  <a:pt x="6920818" y="277370"/>
                  <a:pt x="6937072" y="276678"/>
                </a:cubicBezTo>
                <a:cubicBezTo>
                  <a:pt x="6944247" y="293133"/>
                  <a:pt x="6941053" y="265766"/>
                  <a:pt x="6968404" y="280704"/>
                </a:cubicBezTo>
                <a:cubicBezTo>
                  <a:pt x="6980596" y="282696"/>
                  <a:pt x="6985722" y="284716"/>
                  <a:pt x="6995938" y="286247"/>
                </a:cubicBezTo>
                <a:cubicBezTo>
                  <a:pt x="6996079" y="286667"/>
                  <a:pt x="7029560" y="289467"/>
                  <a:pt x="7029701" y="289887"/>
                </a:cubicBezTo>
                <a:lnTo>
                  <a:pt x="7054104" y="293980"/>
                </a:lnTo>
                <a:lnTo>
                  <a:pt x="7059678" y="296051"/>
                </a:lnTo>
                <a:lnTo>
                  <a:pt x="7092167" y="292851"/>
                </a:lnTo>
                <a:lnTo>
                  <a:pt x="7108387" y="292672"/>
                </a:lnTo>
                <a:lnTo>
                  <a:pt x="7114139" y="289579"/>
                </a:lnTo>
                <a:cubicBezTo>
                  <a:pt x="7119705" y="287930"/>
                  <a:pt x="7126840" y="287741"/>
                  <a:pt x="7137488" y="290860"/>
                </a:cubicBezTo>
                <a:lnTo>
                  <a:pt x="7139729" y="292153"/>
                </a:lnTo>
                <a:lnTo>
                  <a:pt x="7172532" y="286561"/>
                </a:lnTo>
                <a:cubicBezTo>
                  <a:pt x="7179544" y="284784"/>
                  <a:pt x="7207552" y="294171"/>
                  <a:pt x="7213458" y="290616"/>
                </a:cubicBezTo>
                <a:cubicBezTo>
                  <a:pt x="7269364" y="295457"/>
                  <a:pt x="7303569" y="278925"/>
                  <a:pt x="7371827" y="290351"/>
                </a:cubicBezTo>
                <a:cubicBezTo>
                  <a:pt x="7417519" y="294938"/>
                  <a:pt x="7443196" y="294841"/>
                  <a:pt x="7472683" y="298450"/>
                </a:cubicBezTo>
                <a:cubicBezTo>
                  <a:pt x="7502170" y="302059"/>
                  <a:pt x="7529752" y="308462"/>
                  <a:pt x="7548749" y="312007"/>
                </a:cubicBezTo>
                <a:cubicBezTo>
                  <a:pt x="7567746" y="315552"/>
                  <a:pt x="7562619" y="317217"/>
                  <a:pt x="7586664" y="319723"/>
                </a:cubicBezTo>
                <a:cubicBezTo>
                  <a:pt x="7610709" y="322229"/>
                  <a:pt x="7669675" y="320322"/>
                  <a:pt x="7693021" y="327043"/>
                </a:cubicBezTo>
                <a:cubicBezTo>
                  <a:pt x="7718238" y="326359"/>
                  <a:pt x="7721537" y="337391"/>
                  <a:pt x="7735314" y="336075"/>
                </a:cubicBezTo>
                <a:cubicBezTo>
                  <a:pt x="7806549" y="352546"/>
                  <a:pt x="7865892" y="349618"/>
                  <a:pt x="7952583" y="346950"/>
                </a:cubicBezTo>
                <a:cubicBezTo>
                  <a:pt x="8009730" y="351831"/>
                  <a:pt x="8008698" y="354607"/>
                  <a:pt x="8033745" y="357420"/>
                </a:cubicBezTo>
                <a:cubicBezTo>
                  <a:pt x="8041390" y="360247"/>
                  <a:pt x="8045181" y="350414"/>
                  <a:pt x="8052068" y="354306"/>
                </a:cubicBezTo>
                <a:lnTo>
                  <a:pt x="8087434" y="359505"/>
                </a:lnTo>
                <a:lnTo>
                  <a:pt x="8113399" y="369645"/>
                </a:lnTo>
                <a:lnTo>
                  <a:pt x="8137804" y="376078"/>
                </a:lnTo>
                <a:lnTo>
                  <a:pt x="8167138" y="378809"/>
                </a:lnTo>
                <a:cubicBezTo>
                  <a:pt x="8176124" y="381225"/>
                  <a:pt x="8176713" y="389019"/>
                  <a:pt x="8188557" y="388892"/>
                </a:cubicBezTo>
                <a:cubicBezTo>
                  <a:pt x="8224517" y="394064"/>
                  <a:pt x="8289287" y="398547"/>
                  <a:pt x="8338182" y="404244"/>
                </a:cubicBezTo>
                <a:cubicBezTo>
                  <a:pt x="8362404" y="400849"/>
                  <a:pt x="8397142" y="407351"/>
                  <a:pt x="8407187" y="417040"/>
                </a:cubicBezTo>
                <a:cubicBezTo>
                  <a:pt x="8419182" y="419735"/>
                  <a:pt x="8448098" y="419784"/>
                  <a:pt x="8459765" y="417876"/>
                </a:cubicBezTo>
                <a:cubicBezTo>
                  <a:pt x="8470121" y="418155"/>
                  <a:pt x="8471999" y="421843"/>
                  <a:pt x="8485759" y="423277"/>
                </a:cubicBezTo>
                <a:cubicBezTo>
                  <a:pt x="8500778" y="426656"/>
                  <a:pt x="8533354" y="442668"/>
                  <a:pt x="8547497" y="447675"/>
                </a:cubicBezTo>
                <a:cubicBezTo>
                  <a:pt x="8561640" y="452682"/>
                  <a:pt x="8547256" y="447497"/>
                  <a:pt x="8570615" y="453317"/>
                </a:cubicBezTo>
                <a:cubicBezTo>
                  <a:pt x="8578949" y="455301"/>
                  <a:pt x="8577204" y="463036"/>
                  <a:pt x="8595122" y="466725"/>
                </a:cubicBezTo>
                <a:cubicBezTo>
                  <a:pt x="8613041" y="470415"/>
                  <a:pt x="8653176" y="474680"/>
                  <a:pt x="8678126" y="475454"/>
                </a:cubicBezTo>
                <a:cubicBezTo>
                  <a:pt x="8706000" y="462935"/>
                  <a:pt x="8696233" y="479979"/>
                  <a:pt x="8747203" y="464224"/>
                </a:cubicBezTo>
                <a:cubicBezTo>
                  <a:pt x="8748514" y="466239"/>
                  <a:pt x="8769343" y="465372"/>
                  <a:pt x="8790692" y="466720"/>
                </a:cubicBezTo>
                <a:cubicBezTo>
                  <a:pt x="8812041" y="468068"/>
                  <a:pt x="8857501" y="479363"/>
                  <a:pt x="8875298" y="472310"/>
                </a:cubicBezTo>
                <a:lnTo>
                  <a:pt x="9032306" y="471571"/>
                </a:lnTo>
                <a:lnTo>
                  <a:pt x="9122435" y="483407"/>
                </a:lnTo>
                <a:cubicBezTo>
                  <a:pt x="9153775" y="485302"/>
                  <a:pt x="9159039" y="493942"/>
                  <a:pt x="9179171" y="490552"/>
                </a:cubicBezTo>
                <a:cubicBezTo>
                  <a:pt x="9213108" y="492737"/>
                  <a:pt x="9191622" y="508779"/>
                  <a:pt x="9230778" y="495862"/>
                </a:cubicBezTo>
                <a:cubicBezTo>
                  <a:pt x="9220076" y="509598"/>
                  <a:pt x="9249178" y="492136"/>
                  <a:pt x="9269314" y="503195"/>
                </a:cubicBezTo>
                <a:cubicBezTo>
                  <a:pt x="9297556" y="495041"/>
                  <a:pt x="9326591" y="505312"/>
                  <a:pt x="9343734" y="506508"/>
                </a:cubicBezTo>
                <a:cubicBezTo>
                  <a:pt x="9360877" y="507704"/>
                  <a:pt x="9347612" y="511465"/>
                  <a:pt x="9372172" y="510372"/>
                </a:cubicBezTo>
                <a:lnTo>
                  <a:pt x="9406856" y="515908"/>
                </a:lnTo>
                <a:cubicBezTo>
                  <a:pt x="9405045" y="511337"/>
                  <a:pt x="9410063" y="512684"/>
                  <a:pt x="9423824" y="513399"/>
                </a:cubicBezTo>
                <a:lnTo>
                  <a:pt x="9460782" y="509325"/>
                </a:lnTo>
                <a:lnTo>
                  <a:pt x="9486144" y="513434"/>
                </a:lnTo>
                <a:cubicBezTo>
                  <a:pt x="9489544" y="513295"/>
                  <a:pt x="9513720" y="508821"/>
                  <a:pt x="9513235" y="505310"/>
                </a:cubicBezTo>
                <a:cubicBezTo>
                  <a:pt x="9539685" y="520038"/>
                  <a:pt x="9542332" y="510786"/>
                  <a:pt x="9569455" y="507032"/>
                </a:cubicBezTo>
                <a:cubicBezTo>
                  <a:pt x="9592710" y="508415"/>
                  <a:pt x="9572665" y="508880"/>
                  <a:pt x="9628861" y="510620"/>
                </a:cubicBezTo>
                <a:cubicBezTo>
                  <a:pt x="9650737" y="526789"/>
                  <a:pt x="9635011" y="498901"/>
                  <a:pt x="9677951" y="521543"/>
                </a:cubicBezTo>
                <a:cubicBezTo>
                  <a:pt x="9680053" y="519778"/>
                  <a:pt x="9706563" y="521397"/>
                  <a:pt x="9720438" y="523172"/>
                </a:cubicBezTo>
                <a:cubicBezTo>
                  <a:pt x="9734313" y="524947"/>
                  <a:pt x="9746849" y="522784"/>
                  <a:pt x="9761204" y="532196"/>
                </a:cubicBezTo>
                <a:cubicBezTo>
                  <a:pt x="9771692" y="535091"/>
                  <a:pt x="9752949" y="530854"/>
                  <a:pt x="9785747" y="535781"/>
                </a:cubicBezTo>
                <a:cubicBezTo>
                  <a:pt x="9818545" y="540708"/>
                  <a:pt x="9925449" y="557390"/>
                  <a:pt x="9957993" y="561756"/>
                </a:cubicBezTo>
                <a:cubicBezTo>
                  <a:pt x="9990537" y="566122"/>
                  <a:pt x="9967648" y="568686"/>
                  <a:pt x="9981009" y="569119"/>
                </a:cubicBezTo>
                <a:cubicBezTo>
                  <a:pt x="9994370" y="569552"/>
                  <a:pt x="10023139" y="562486"/>
                  <a:pt x="10038159" y="564356"/>
                </a:cubicBezTo>
                <a:cubicBezTo>
                  <a:pt x="10057015" y="566262"/>
                  <a:pt x="10059811" y="573563"/>
                  <a:pt x="10071129" y="573194"/>
                </a:cubicBezTo>
                <a:cubicBezTo>
                  <a:pt x="10081593" y="562977"/>
                  <a:pt x="10092704" y="563090"/>
                  <a:pt x="10110830" y="569286"/>
                </a:cubicBezTo>
                <a:cubicBezTo>
                  <a:pt x="10144643" y="572070"/>
                  <a:pt x="10144670" y="561560"/>
                  <a:pt x="10177323" y="563075"/>
                </a:cubicBezTo>
                <a:cubicBezTo>
                  <a:pt x="10191652" y="562496"/>
                  <a:pt x="10199318" y="565790"/>
                  <a:pt x="10223224" y="562516"/>
                </a:cubicBezTo>
                <a:cubicBezTo>
                  <a:pt x="10240245" y="563214"/>
                  <a:pt x="10274444" y="564970"/>
                  <a:pt x="10297489" y="554688"/>
                </a:cubicBezTo>
                <a:cubicBezTo>
                  <a:pt x="10322484" y="553379"/>
                  <a:pt x="10304332" y="552915"/>
                  <a:pt x="10331612" y="555505"/>
                </a:cubicBezTo>
                <a:cubicBezTo>
                  <a:pt x="10364938" y="556023"/>
                  <a:pt x="10378810" y="549792"/>
                  <a:pt x="10398068" y="551274"/>
                </a:cubicBezTo>
                <a:cubicBezTo>
                  <a:pt x="10410608" y="547019"/>
                  <a:pt x="10396406" y="552090"/>
                  <a:pt x="10444604" y="546749"/>
                </a:cubicBezTo>
                <a:cubicBezTo>
                  <a:pt x="10463706" y="556208"/>
                  <a:pt x="10480046" y="543272"/>
                  <a:pt x="10496391" y="545310"/>
                </a:cubicBezTo>
                <a:cubicBezTo>
                  <a:pt x="10522313" y="544276"/>
                  <a:pt x="10586025" y="544389"/>
                  <a:pt x="10609659" y="542925"/>
                </a:cubicBezTo>
                <a:cubicBezTo>
                  <a:pt x="10633293" y="541461"/>
                  <a:pt x="10608137" y="539280"/>
                  <a:pt x="10638198" y="536528"/>
                </a:cubicBezTo>
                <a:cubicBezTo>
                  <a:pt x="10693566" y="548777"/>
                  <a:pt x="10724464" y="526732"/>
                  <a:pt x="10780502" y="524034"/>
                </a:cubicBezTo>
                <a:cubicBezTo>
                  <a:pt x="10814519" y="506962"/>
                  <a:pt x="10838626" y="524696"/>
                  <a:pt x="10875821" y="511631"/>
                </a:cubicBezTo>
                <a:cubicBezTo>
                  <a:pt x="10900992" y="507636"/>
                  <a:pt x="10904648" y="511453"/>
                  <a:pt x="10918825" y="509588"/>
                </a:cubicBezTo>
                <a:cubicBezTo>
                  <a:pt x="10933002" y="507723"/>
                  <a:pt x="10948992" y="503227"/>
                  <a:pt x="10960884" y="500440"/>
                </a:cubicBezTo>
                <a:cubicBezTo>
                  <a:pt x="10967249" y="504078"/>
                  <a:pt x="11016720" y="497668"/>
                  <a:pt x="11015578" y="492864"/>
                </a:cubicBezTo>
                <a:cubicBezTo>
                  <a:pt x="11022928" y="494510"/>
                  <a:pt x="11043247" y="500882"/>
                  <a:pt x="11045541" y="493276"/>
                </a:cubicBezTo>
                <a:cubicBezTo>
                  <a:pt x="11083069" y="493195"/>
                  <a:pt x="11104152" y="492128"/>
                  <a:pt x="11136980" y="502266"/>
                </a:cubicBezTo>
                <a:cubicBezTo>
                  <a:pt x="11160311" y="506043"/>
                  <a:pt x="11144016" y="504016"/>
                  <a:pt x="11158537" y="506413"/>
                </a:cubicBezTo>
                <a:cubicBezTo>
                  <a:pt x="11173058" y="508810"/>
                  <a:pt x="11197248" y="504516"/>
                  <a:pt x="11220930" y="503946"/>
                </a:cubicBezTo>
                <a:cubicBezTo>
                  <a:pt x="11244941" y="504078"/>
                  <a:pt x="11272916" y="508160"/>
                  <a:pt x="11290697" y="509588"/>
                </a:cubicBezTo>
                <a:cubicBezTo>
                  <a:pt x="11308478" y="511016"/>
                  <a:pt x="11312720" y="510673"/>
                  <a:pt x="11327615" y="512515"/>
                </a:cubicBezTo>
                <a:cubicBezTo>
                  <a:pt x="11352471" y="509065"/>
                  <a:pt x="11373358" y="510883"/>
                  <a:pt x="11391973" y="518258"/>
                </a:cubicBezTo>
                <a:cubicBezTo>
                  <a:pt x="11406458" y="520151"/>
                  <a:pt x="11399034" y="524460"/>
                  <a:pt x="11409760" y="526257"/>
                </a:cubicBezTo>
                <a:cubicBezTo>
                  <a:pt x="11420486" y="528054"/>
                  <a:pt x="11427325" y="519930"/>
                  <a:pt x="11456330" y="521896"/>
                </a:cubicBezTo>
                <a:cubicBezTo>
                  <a:pt x="11466649" y="522293"/>
                  <a:pt x="11466304" y="529914"/>
                  <a:pt x="11488341" y="531019"/>
                </a:cubicBezTo>
                <a:cubicBezTo>
                  <a:pt x="11510378" y="532124"/>
                  <a:pt x="11598983" y="536881"/>
                  <a:pt x="11631415" y="538053"/>
                </a:cubicBezTo>
                <a:cubicBezTo>
                  <a:pt x="11663847" y="539225"/>
                  <a:pt x="11650717" y="536007"/>
                  <a:pt x="11666264" y="535672"/>
                </a:cubicBezTo>
                <a:cubicBezTo>
                  <a:pt x="11681811" y="535337"/>
                  <a:pt x="11700204" y="526934"/>
                  <a:pt x="11724698" y="536041"/>
                </a:cubicBezTo>
                <a:cubicBezTo>
                  <a:pt x="11743020" y="531196"/>
                  <a:pt x="11743491" y="542315"/>
                  <a:pt x="11763807" y="545183"/>
                </a:cubicBezTo>
                <a:cubicBezTo>
                  <a:pt x="11775016" y="549241"/>
                  <a:pt x="11789046" y="548064"/>
                  <a:pt x="11798300" y="550863"/>
                </a:cubicBezTo>
                <a:cubicBezTo>
                  <a:pt x="11807554" y="553662"/>
                  <a:pt x="11814870" y="554166"/>
                  <a:pt x="11821716" y="557213"/>
                </a:cubicBezTo>
                <a:cubicBezTo>
                  <a:pt x="11828562" y="560260"/>
                  <a:pt x="11830643" y="566367"/>
                  <a:pt x="11839374" y="569145"/>
                </a:cubicBezTo>
                <a:cubicBezTo>
                  <a:pt x="11848105" y="571923"/>
                  <a:pt x="11861759" y="576813"/>
                  <a:pt x="11871722" y="578644"/>
                </a:cubicBezTo>
                <a:cubicBezTo>
                  <a:pt x="11881685" y="580475"/>
                  <a:pt x="11880173" y="577641"/>
                  <a:pt x="11899154" y="580133"/>
                </a:cubicBezTo>
                <a:cubicBezTo>
                  <a:pt x="11930093" y="585454"/>
                  <a:pt x="11957956" y="589309"/>
                  <a:pt x="11992753" y="588833"/>
                </a:cubicBezTo>
                <a:cubicBezTo>
                  <a:pt x="11999276" y="598540"/>
                  <a:pt x="12009663" y="594134"/>
                  <a:pt x="12023554" y="588997"/>
                </a:cubicBezTo>
                <a:cubicBezTo>
                  <a:pt x="12049522" y="596077"/>
                  <a:pt x="12093380" y="601562"/>
                  <a:pt x="12137802" y="617391"/>
                </a:cubicBezTo>
                <a:cubicBezTo>
                  <a:pt x="12156710" y="627093"/>
                  <a:pt x="12160884" y="628759"/>
                  <a:pt x="12174434" y="631430"/>
                </a:cubicBezTo>
                <a:lnTo>
                  <a:pt x="12192000" y="634770"/>
                </a:lnTo>
                <a:lnTo>
                  <a:pt x="12192000" y="6857681"/>
                </a:lnTo>
                <a:lnTo>
                  <a:pt x="9979612" y="6857681"/>
                </a:lnTo>
                <a:lnTo>
                  <a:pt x="9971269" y="6854457"/>
                </a:lnTo>
                <a:cubicBezTo>
                  <a:pt x="9959912" y="6851181"/>
                  <a:pt x="9949163" y="6849764"/>
                  <a:pt x="9939502" y="6851921"/>
                </a:cubicBezTo>
                <a:cubicBezTo>
                  <a:pt x="9891606" y="6835635"/>
                  <a:pt x="9864404" y="6844006"/>
                  <a:pt x="9834453" y="6832151"/>
                </a:cubicBezTo>
                <a:cubicBezTo>
                  <a:pt x="9804501" y="6820296"/>
                  <a:pt x="9801374" y="6798259"/>
                  <a:pt x="9759795" y="6780787"/>
                </a:cubicBezTo>
                <a:cubicBezTo>
                  <a:pt x="9718217" y="6763314"/>
                  <a:pt x="9629817" y="6740362"/>
                  <a:pt x="9584980" y="6727313"/>
                </a:cubicBezTo>
                <a:cubicBezTo>
                  <a:pt x="9546420" y="6722010"/>
                  <a:pt x="9530408" y="6725469"/>
                  <a:pt x="9490770" y="6702489"/>
                </a:cubicBezTo>
                <a:cubicBezTo>
                  <a:pt x="9443320" y="6701025"/>
                  <a:pt x="9424336" y="6690023"/>
                  <a:pt x="9380405" y="6676541"/>
                </a:cubicBezTo>
                <a:cubicBezTo>
                  <a:pt x="9335978" y="6675243"/>
                  <a:pt x="9297645" y="6680915"/>
                  <a:pt x="9259939" y="6674414"/>
                </a:cubicBezTo>
                <a:cubicBezTo>
                  <a:pt x="9244772" y="6679394"/>
                  <a:pt x="9230416" y="6681084"/>
                  <a:pt x="9216296" y="6672209"/>
                </a:cubicBezTo>
                <a:cubicBezTo>
                  <a:pt x="9174886" y="6673387"/>
                  <a:pt x="9165078" y="6684906"/>
                  <a:pt x="9138624" y="6674601"/>
                </a:cubicBezTo>
                <a:cubicBezTo>
                  <a:pt x="9108454" y="6672027"/>
                  <a:pt x="9060163" y="6657862"/>
                  <a:pt x="9035273" y="6656766"/>
                </a:cubicBezTo>
                <a:cubicBezTo>
                  <a:pt x="9043993" y="6670577"/>
                  <a:pt x="8988276" y="6655711"/>
                  <a:pt x="8989286" y="6668016"/>
                </a:cubicBezTo>
                <a:cubicBezTo>
                  <a:pt x="8965548" y="6651220"/>
                  <a:pt x="8960144" y="6673151"/>
                  <a:pt x="8932387" y="6668707"/>
                </a:cubicBezTo>
                <a:cubicBezTo>
                  <a:pt x="8918435" y="6662528"/>
                  <a:pt x="8909159" y="6661716"/>
                  <a:pt x="8898375" y="6669282"/>
                </a:cubicBezTo>
                <a:cubicBezTo>
                  <a:pt x="8833747" y="6639096"/>
                  <a:pt x="8863155" y="6669089"/>
                  <a:pt x="8806495" y="6658618"/>
                </a:cubicBezTo>
                <a:cubicBezTo>
                  <a:pt x="8757168" y="6647242"/>
                  <a:pt x="8702613" y="6640665"/>
                  <a:pt x="8650927" y="6611139"/>
                </a:cubicBezTo>
                <a:cubicBezTo>
                  <a:pt x="8640770" y="6602610"/>
                  <a:pt x="8619775" y="6599998"/>
                  <a:pt x="8604033" y="6605300"/>
                </a:cubicBezTo>
                <a:cubicBezTo>
                  <a:pt x="8601324" y="6606213"/>
                  <a:pt x="8598878" y="6607331"/>
                  <a:pt x="8596767" y="6608618"/>
                </a:cubicBezTo>
                <a:cubicBezTo>
                  <a:pt x="8565299" y="6587556"/>
                  <a:pt x="8548876" y="6598771"/>
                  <a:pt x="8533762" y="6584302"/>
                </a:cubicBezTo>
                <a:cubicBezTo>
                  <a:pt x="8487059" y="6579247"/>
                  <a:pt x="8451683" y="6594395"/>
                  <a:pt x="8437660" y="6581725"/>
                </a:cubicBezTo>
                <a:cubicBezTo>
                  <a:pt x="8414209" y="6582991"/>
                  <a:pt x="8383722" y="6598678"/>
                  <a:pt x="8364494" y="6585073"/>
                </a:cubicBezTo>
                <a:cubicBezTo>
                  <a:pt x="8363342" y="6596536"/>
                  <a:pt x="8336540" y="6576888"/>
                  <a:pt x="8323751" y="6584665"/>
                </a:cubicBezTo>
                <a:cubicBezTo>
                  <a:pt x="8314841" y="6591411"/>
                  <a:pt x="8304634" y="6587022"/>
                  <a:pt x="8293791" y="6586903"/>
                </a:cubicBezTo>
                <a:cubicBezTo>
                  <a:pt x="8280721" y="6592424"/>
                  <a:pt x="8232642" y="6585021"/>
                  <a:pt x="8219223" y="6578961"/>
                </a:cubicBezTo>
                <a:cubicBezTo>
                  <a:pt x="8185638" y="6557431"/>
                  <a:pt x="8123924" y="6576522"/>
                  <a:pt x="8096330" y="6560092"/>
                </a:cubicBezTo>
                <a:cubicBezTo>
                  <a:pt x="8087121" y="6557869"/>
                  <a:pt x="8078422" y="6557144"/>
                  <a:pt x="8070086" y="6557355"/>
                </a:cubicBezTo>
                <a:lnTo>
                  <a:pt x="8047207" y="6560092"/>
                </a:lnTo>
                <a:lnTo>
                  <a:pt x="8041620" y="6565163"/>
                </a:lnTo>
                <a:lnTo>
                  <a:pt x="8027134" y="6564473"/>
                </a:lnTo>
                <a:lnTo>
                  <a:pt x="8023214" y="6565355"/>
                </a:lnTo>
                <a:cubicBezTo>
                  <a:pt x="8015729" y="6567060"/>
                  <a:pt x="8008307" y="6568574"/>
                  <a:pt x="8000801" y="6569339"/>
                </a:cubicBezTo>
                <a:cubicBezTo>
                  <a:pt x="8005606" y="6544751"/>
                  <a:pt x="7937754" y="6571777"/>
                  <a:pt x="7954618" y="6551428"/>
                </a:cubicBezTo>
                <a:cubicBezTo>
                  <a:pt x="7914215" y="6551344"/>
                  <a:pt x="7940865" y="6531998"/>
                  <a:pt x="7896427" y="6551123"/>
                </a:cubicBezTo>
                <a:lnTo>
                  <a:pt x="7643090" y="6532163"/>
                </a:lnTo>
                <a:cubicBezTo>
                  <a:pt x="7673996" y="6576436"/>
                  <a:pt x="7562550" y="6494154"/>
                  <a:pt x="7553164" y="6525457"/>
                </a:cubicBezTo>
                <a:cubicBezTo>
                  <a:pt x="7546247" y="6496957"/>
                  <a:pt x="7465610" y="6497391"/>
                  <a:pt x="7421154" y="6476273"/>
                </a:cubicBezTo>
                <a:cubicBezTo>
                  <a:pt x="7361551" y="6472649"/>
                  <a:pt x="7315144" y="6450550"/>
                  <a:pt x="7255968" y="6462166"/>
                </a:cubicBezTo>
                <a:cubicBezTo>
                  <a:pt x="7253251" y="6458417"/>
                  <a:pt x="7249451" y="6455333"/>
                  <a:pt x="7244911" y="6452730"/>
                </a:cubicBezTo>
                <a:lnTo>
                  <a:pt x="7230265" y="6446549"/>
                </a:lnTo>
                <a:lnTo>
                  <a:pt x="7227815" y="6447125"/>
                </a:lnTo>
                <a:cubicBezTo>
                  <a:pt x="7217801" y="6447570"/>
                  <a:pt x="7212312" y="6446146"/>
                  <a:pt x="7208840" y="6443899"/>
                </a:cubicBezTo>
                <a:lnTo>
                  <a:pt x="7205995" y="6440529"/>
                </a:lnTo>
                <a:lnTo>
                  <a:pt x="7193384" y="6437481"/>
                </a:lnTo>
                <a:lnTo>
                  <a:pt x="7169652" y="6429226"/>
                </a:lnTo>
                <a:lnTo>
                  <a:pt x="7164173" y="6429791"/>
                </a:lnTo>
                <a:lnTo>
                  <a:pt x="7126763" y="6420626"/>
                </a:lnTo>
                <a:lnTo>
                  <a:pt x="7125753" y="6421501"/>
                </a:lnTo>
                <a:cubicBezTo>
                  <a:pt x="7122639" y="6423254"/>
                  <a:pt x="7118733" y="6424154"/>
                  <a:pt x="7113057" y="6423293"/>
                </a:cubicBezTo>
                <a:cubicBezTo>
                  <a:pt x="7114552" y="6439288"/>
                  <a:pt x="7106783" y="6428384"/>
                  <a:pt x="7089914" y="6424434"/>
                </a:cubicBezTo>
                <a:cubicBezTo>
                  <a:pt x="7088470" y="6448394"/>
                  <a:pt x="7044915" y="6428308"/>
                  <a:pt x="7030458" y="6439456"/>
                </a:cubicBezTo>
                <a:cubicBezTo>
                  <a:pt x="7018098" y="6436014"/>
                  <a:pt x="7005002" y="6432811"/>
                  <a:pt x="6991398" y="6430012"/>
                </a:cubicBezTo>
                <a:lnTo>
                  <a:pt x="6983250" y="6428652"/>
                </a:lnTo>
                <a:lnTo>
                  <a:pt x="6982969" y="6428851"/>
                </a:lnTo>
                <a:cubicBezTo>
                  <a:pt x="6980946" y="6429033"/>
                  <a:pt x="6978171" y="6428766"/>
                  <a:pt x="6974140" y="6427864"/>
                </a:cubicBezTo>
                <a:lnTo>
                  <a:pt x="6968396" y="6426177"/>
                </a:lnTo>
                <a:lnTo>
                  <a:pt x="6952590" y="6423541"/>
                </a:lnTo>
                <a:lnTo>
                  <a:pt x="6946361" y="6424122"/>
                </a:lnTo>
                <a:lnTo>
                  <a:pt x="6942752" y="6426497"/>
                </a:lnTo>
                <a:lnTo>
                  <a:pt x="6941472" y="6425953"/>
                </a:lnTo>
                <a:cubicBezTo>
                  <a:pt x="6933258" y="6419432"/>
                  <a:pt x="6934084" y="6412085"/>
                  <a:pt x="6907932" y="6428597"/>
                </a:cubicBezTo>
                <a:cubicBezTo>
                  <a:pt x="6887113" y="6416820"/>
                  <a:pt x="6874835" y="6427475"/>
                  <a:pt x="6837100" y="6425985"/>
                </a:cubicBezTo>
                <a:cubicBezTo>
                  <a:pt x="6826990" y="6416391"/>
                  <a:pt x="6813527" y="6417132"/>
                  <a:pt x="6798354" y="6421041"/>
                </a:cubicBezTo>
                <a:cubicBezTo>
                  <a:pt x="6766250" y="6412267"/>
                  <a:pt x="6729955" y="6415375"/>
                  <a:pt x="6690235" y="6411268"/>
                </a:cubicBezTo>
                <a:cubicBezTo>
                  <a:pt x="6654585" y="6395260"/>
                  <a:pt x="6622599" y="6408785"/>
                  <a:pt x="6580197" y="6404322"/>
                </a:cubicBezTo>
                <a:cubicBezTo>
                  <a:pt x="6554864" y="6382418"/>
                  <a:pt x="6541862" y="6413854"/>
                  <a:pt x="6516748" y="6416928"/>
                </a:cubicBezTo>
                <a:lnTo>
                  <a:pt x="6510427" y="6416567"/>
                </a:lnTo>
                <a:lnTo>
                  <a:pt x="6496409" y="6411723"/>
                </a:lnTo>
                <a:lnTo>
                  <a:pt x="6491671" y="6409264"/>
                </a:lnTo>
                <a:cubicBezTo>
                  <a:pt x="6488210" y="6407807"/>
                  <a:pt x="6485652" y="6407144"/>
                  <a:pt x="6483603" y="6407023"/>
                </a:cubicBezTo>
                <a:lnTo>
                  <a:pt x="6483235" y="6407169"/>
                </a:lnTo>
                <a:lnTo>
                  <a:pt x="6476007" y="6404672"/>
                </a:lnTo>
                <a:cubicBezTo>
                  <a:pt x="6464202" y="6399995"/>
                  <a:pt x="6453088" y="6395002"/>
                  <a:pt x="6442802" y="6389891"/>
                </a:cubicBezTo>
                <a:cubicBezTo>
                  <a:pt x="6423332" y="6398448"/>
                  <a:pt x="6390988" y="6372810"/>
                  <a:pt x="6377838" y="6395551"/>
                </a:cubicBezTo>
                <a:cubicBezTo>
                  <a:pt x="6363436" y="6389290"/>
                  <a:pt x="6361258" y="6377704"/>
                  <a:pt x="6354860" y="6393247"/>
                </a:cubicBezTo>
                <a:cubicBezTo>
                  <a:pt x="6349784" y="6391587"/>
                  <a:pt x="6345558" y="6391878"/>
                  <a:pt x="6341683" y="6393098"/>
                </a:cubicBezTo>
                <a:lnTo>
                  <a:pt x="6340276" y="6393789"/>
                </a:lnTo>
                <a:lnTo>
                  <a:pt x="6308531" y="6379516"/>
                </a:lnTo>
                <a:lnTo>
                  <a:pt x="6302948" y="6379253"/>
                </a:lnTo>
                <a:cubicBezTo>
                  <a:pt x="6248814" y="6382108"/>
                  <a:pt x="6205926" y="6362006"/>
                  <a:pt x="6140607" y="6334265"/>
                </a:cubicBezTo>
                <a:cubicBezTo>
                  <a:pt x="6137487" y="6331108"/>
                  <a:pt x="6051161" y="6339116"/>
                  <a:pt x="6050365" y="6335126"/>
                </a:cubicBezTo>
                <a:cubicBezTo>
                  <a:pt x="6006576" y="6331181"/>
                  <a:pt x="6035144" y="6327580"/>
                  <a:pt x="5978838" y="6322018"/>
                </a:cubicBezTo>
                <a:cubicBezTo>
                  <a:pt x="5962530" y="6314338"/>
                  <a:pt x="5894920" y="6289616"/>
                  <a:pt x="5897645" y="6301654"/>
                </a:cubicBezTo>
                <a:lnTo>
                  <a:pt x="5796158" y="6279213"/>
                </a:lnTo>
                <a:lnTo>
                  <a:pt x="5664797" y="6258481"/>
                </a:lnTo>
                <a:lnTo>
                  <a:pt x="5558293" y="6242384"/>
                </a:lnTo>
                <a:lnTo>
                  <a:pt x="5549921" y="6243309"/>
                </a:lnTo>
                <a:lnTo>
                  <a:pt x="5528450" y="6240218"/>
                </a:lnTo>
                <a:lnTo>
                  <a:pt x="5520604" y="6238128"/>
                </a:lnTo>
                <a:cubicBezTo>
                  <a:pt x="5515114" y="6237034"/>
                  <a:pt x="5511354" y="6236750"/>
                  <a:pt x="5508634" y="6237043"/>
                </a:cubicBezTo>
                <a:lnTo>
                  <a:pt x="5508268" y="6237311"/>
                </a:lnTo>
                <a:lnTo>
                  <a:pt x="5497199" y="6235718"/>
                </a:lnTo>
                <a:cubicBezTo>
                  <a:pt x="5478687" y="6232353"/>
                  <a:pt x="5460838" y="6228438"/>
                  <a:pt x="5443971" y="6224189"/>
                </a:cubicBezTo>
                <a:cubicBezTo>
                  <a:pt x="5425088" y="6239333"/>
                  <a:pt x="5365198" y="6213813"/>
                  <a:pt x="5364587" y="6245607"/>
                </a:cubicBezTo>
                <a:cubicBezTo>
                  <a:pt x="5341603" y="6240798"/>
                  <a:pt x="5330518" y="6226543"/>
                  <a:pt x="5333425" y="6247706"/>
                </a:cubicBezTo>
                <a:cubicBezTo>
                  <a:pt x="5325718" y="6246708"/>
                  <a:pt x="5320498" y="6247999"/>
                  <a:pt x="5316391" y="6250403"/>
                </a:cubicBezTo>
                <a:lnTo>
                  <a:pt x="5315083" y="6251588"/>
                </a:lnTo>
                <a:lnTo>
                  <a:pt x="5264093" y="6240388"/>
                </a:lnTo>
                <a:lnTo>
                  <a:pt x="5256734" y="6241276"/>
                </a:lnTo>
                <a:lnTo>
                  <a:pt x="5224251" y="6230935"/>
                </a:lnTo>
                <a:lnTo>
                  <a:pt x="5207068" y="6227214"/>
                </a:lnTo>
                <a:lnTo>
                  <a:pt x="5203042" y="6222819"/>
                </a:lnTo>
                <a:lnTo>
                  <a:pt x="5013633" y="6212104"/>
                </a:lnTo>
                <a:cubicBezTo>
                  <a:pt x="5007363" y="6208771"/>
                  <a:pt x="4867451" y="6189553"/>
                  <a:pt x="4863573" y="6184654"/>
                </a:cubicBezTo>
                <a:lnTo>
                  <a:pt x="4651416" y="6166539"/>
                </a:lnTo>
                <a:cubicBezTo>
                  <a:pt x="4624977" y="6160344"/>
                  <a:pt x="4469364" y="6128170"/>
                  <a:pt x="4481486" y="6142882"/>
                </a:cubicBezTo>
                <a:cubicBezTo>
                  <a:pt x="4405439" y="6106748"/>
                  <a:pt x="4365783" y="6101727"/>
                  <a:pt x="4269331" y="6098123"/>
                </a:cubicBezTo>
                <a:cubicBezTo>
                  <a:pt x="4210440" y="6124597"/>
                  <a:pt x="4245321" y="6098279"/>
                  <a:pt x="4190801" y="6099192"/>
                </a:cubicBezTo>
                <a:cubicBezTo>
                  <a:pt x="4212420" y="6071793"/>
                  <a:pt x="4151268" y="6084104"/>
                  <a:pt x="4127486" y="6076624"/>
                </a:cubicBezTo>
                <a:cubicBezTo>
                  <a:pt x="4117403" y="6077826"/>
                  <a:pt x="4107474" y="6080022"/>
                  <a:pt x="4097468" y="6082472"/>
                </a:cubicBezTo>
                <a:lnTo>
                  <a:pt x="4092230" y="6083737"/>
                </a:lnTo>
                <a:lnTo>
                  <a:pt x="4072646" y="6083192"/>
                </a:lnTo>
                <a:lnTo>
                  <a:pt x="4065392" y="6090055"/>
                </a:lnTo>
                <a:lnTo>
                  <a:pt x="4034674" y="6094262"/>
                </a:lnTo>
                <a:cubicBezTo>
                  <a:pt x="4023438" y="6094753"/>
                  <a:pt x="4011659" y="6094013"/>
                  <a:pt x="3999109" y="6091300"/>
                </a:cubicBezTo>
                <a:cubicBezTo>
                  <a:pt x="3960965" y="6070220"/>
                  <a:pt x="3878759" y="6097089"/>
                  <a:pt x="3832245" y="6069403"/>
                </a:cubicBezTo>
                <a:cubicBezTo>
                  <a:pt x="3780875" y="6064935"/>
                  <a:pt x="3723613" y="6065226"/>
                  <a:pt x="3690889" y="6064489"/>
                </a:cubicBezTo>
                <a:cubicBezTo>
                  <a:pt x="3674068" y="6075123"/>
                  <a:pt x="3636813" y="6049759"/>
                  <a:pt x="3635899" y="6064980"/>
                </a:cubicBezTo>
                <a:lnTo>
                  <a:pt x="3620576" y="6070271"/>
                </a:lnTo>
                <a:lnTo>
                  <a:pt x="3604087" y="6064439"/>
                </a:lnTo>
                <a:cubicBezTo>
                  <a:pt x="3590166" y="6069757"/>
                  <a:pt x="3579308" y="6073243"/>
                  <a:pt x="3568387" y="6069146"/>
                </a:cubicBezTo>
                <a:lnTo>
                  <a:pt x="3503818" y="6089506"/>
                </a:lnTo>
                <a:cubicBezTo>
                  <a:pt x="3510915" y="6100196"/>
                  <a:pt x="3472416" y="6088681"/>
                  <a:pt x="3466246" y="6098777"/>
                </a:cubicBezTo>
                <a:cubicBezTo>
                  <a:pt x="3462890" y="6107015"/>
                  <a:pt x="3450430" y="6105442"/>
                  <a:pt x="3440422" y="6107901"/>
                </a:cubicBezTo>
                <a:cubicBezTo>
                  <a:pt x="3432391" y="6116010"/>
                  <a:pt x="3383132" y="6120663"/>
                  <a:pt x="3366542" y="6118330"/>
                </a:cubicBezTo>
                <a:cubicBezTo>
                  <a:pt x="3311828" y="6124732"/>
                  <a:pt x="3277604" y="6138667"/>
                  <a:pt x="3240669" y="6130264"/>
                </a:cubicBezTo>
                <a:cubicBezTo>
                  <a:pt x="3230661" y="6130422"/>
                  <a:pt x="3222184" y="6131822"/>
                  <a:pt x="3214708" y="6133988"/>
                </a:cubicBezTo>
                <a:lnTo>
                  <a:pt x="3194214" y="6147821"/>
                </a:lnTo>
                <a:lnTo>
                  <a:pt x="3180468" y="6150623"/>
                </a:lnTo>
                <a:lnTo>
                  <a:pt x="3177508" y="6152351"/>
                </a:lnTo>
                <a:cubicBezTo>
                  <a:pt x="3171873" y="6155673"/>
                  <a:pt x="3166158" y="6158806"/>
                  <a:pt x="3159834" y="6161276"/>
                </a:cubicBezTo>
                <a:cubicBezTo>
                  <a:pt x="3135185" y="6159416"/>
                  <a:pt x="3121213" y="6160394"/>
                  <a:pt x="3104835" y="6155927"/>
                </a:cubicBezTo>
                <a:cubicBezTo>
                  <a:pt x="3067805" y="6165414"/>
                  <a:pt x="3078432" y="6141523"/>
                  <a:pt x="3051373" y="6169421"/>
                </a:cubicBezTo>
                <a:cubicBezTo>
                  <a:pt x="2978033" y="6169169"/>
                  <a:pt x="2947947" y="6220998"/>
                  <a:pt x="2877306" y="6208324"/>
                </a:cubicBezTo>
                <a:cubicBezTo>
                  <a:pt x="2821913" y="6217975"/>
                  <a:pt x="2762952" y="6223226"/>
                  <a:pt x="2719018" y="6227333"/>
                </a:cubicBezTo>
                <a:cubicBezTo>
                  <a:pt x="2639811" y="6232636"/>
                  <a:pt x="2504877" y="6234795"/>
                  <a:pt x="2454061" y="6236538"/>
                </a:cubicBezTo>
                <a:cubicBezTo>
                  <a:pt x="2403245" y="6238280"/>
                  <a:pt x="2420126" y="6239079"/>
                  <a:pt x="2414120" y="6237789"/>
                </a:cubicBezTo>
                <a:lnTo>
                  <a:pt x="2384765" y="6235638"/>
                </a:lnTo>
                <a:lnTo>
                  <a:pt x="2365600" y="6233135"/>
                </a:lnTo>
                <a:cubicBezTo>
                  <a:pt x="2356752" y="6235910"/>
                  <a:pt x="2350716" y="6235915"/>
                  <a:pt x="2345941" y="6234695"/>
                </a:cubicBezTo>
                <a:lnTo>
                  <a:pt x="2340941" y="6232305"/>
                </a:lnTo>
                <a:lnTo>
                  <a:pt x="2327235" y="6232519"/>
                </a:lnTo>
                <a:lnTo>
                  <a:pt x="2299646" y="6230633"/>
                </a:lnTo>
                <a:lnTo>
                  <a:pt x="2295035" y="6232443"/>
                </a:lnTo>
                <a:lnTo>
                  <a:pt x="2268728" y="6240177"/>
                </a:lnTo>
                <a:cubicBezTo>
                  <a:pt x="2268628" y="6240521"/>
                  <a:pt x="2254084" y="6233657"/>
                  <a:pt x="2253984" y="6234001"/>
                </a:cubicBezTo>
                <a:cubicBezTo>
                  <a:pt x="2239122" y="6237048"/>
                  <a:pt x="2209108" y="6234931"/>
                  <a:pt x="2191113" y="6240434"/>
                </a:cubicBezTo>
                <a:lnTo>
                  <a:pt x="2146012" y="6259810"/>
                </a:lnTo>
                <a:cubicBezTo>
                  <a:pt x="2145973" y="6259892"/>
                  <a:pt x="2128598" y="6274390"/>
                  <a:pt x="2128560" y="6274472"/>
                </a:cubicBezTo>
                <a:cubicBezTo>
                  <a:pt x="2126838" y="6275117"/>
                  <a:pt x="2124109" y="6275530"/>
                  <a:pt x="2119778" y="6275665"/>
                </a:cubicBezTo>
                <a:lnTo>
                  <a:pt x="2110434" y="6282700"/>
                </a:lnTo>
                <a:lnTo>
                  <a:pt x="2081418" y="6289059"/>
                </a:lnTo>
                <a:lnTo>
                  <a:pt x="2088526" y="6281659"/>
                </a:lnTo>
                <a:cubicBezTo>
                  <a:pt x="2076371" y="6277676"/>
                  <a:pt x="2071903" y="6270803"/>
                  <a:pt x="2059717" y="6292002"/>
                </a:cubicBezTo>
                <a:cubicBezTo>
                  <a:pt x="2032291" y="6286224"/>
                  <a:pt x="2028634" y="6298813"/>
                  <a:pt x="1993045" y="6306390"/>
                </a:cubicBezTo>
                <a:cubicBezTo>
                  <a:pt x="1976971" y="6300063"/>
                  <a:pt x="1965178" y="6303922"/>
                  <a:pt x="1954075" y="6311066"/>
                </a:cubicBezTo>
                <a:cubicBezTo>
                  <a:pt x="1918456" y="6310689"/>
                  <a:pt x="1887456" y="6322102"/>
                  <a:pt x="1848190" y="6327771"/>
                </a:cubicBezTo>
                <a:lnTo>
                  <a:pt x="1737951" y="6344513"/>
                </a:lnTo>
                <a:lnTo>
                  <a:pt x="1696709" y="6346605"/>
                </a:lnTo>
                <a:cubicBezTo>
                  <a:pt x="1692504" y="6346100"/>
                  <a:pt x="1663837" y="6347211"/>
                  <a:pt x="1661872" y="6347587"/>
                </a:cubicBezTo>
                <a:lnTo>
                  <a:pt x="1655864" y="6347808"/>
                </a:lnTo>
                <a:lnTo>
                  <a:pt x="1633028" y="6358060"/>
                </a:lnTo>
                <a:cubicBezTo>
                  <a:pt x="1618899" y="6356602"/>
                  <a:pt x="1619623" y="6369112"/>
                  <a:pt x="1606576" y="6366899"/>
                </a:cubicBezTo>
                <a:lnTo>
                  <a:pt x="1461291" y="6379054"/>
                </a:lnTo>
                <a:lnTo>
                  <a:pt x="1428798" y="6379606"/>
                </a:lnTo>
                <a:cubicBezTo>
                  <a:pt x="1424834" y="6377722"/>
                  <a:pt x="1419064" y="6376842"/>
                  <a:pt x="1409244" y="6378241"/>
                </a:cubicBezTo>
                <a:lnTo>
                  <a:pt x="1406951" y="6379043"/>
                </a:lnTo>
                <a:lnTo>
                  <a:pt x="1391002" y="6374347"/>
                </a:lnTo>
                <a:cubicBezTo>
                  <a:pt x="1385899" y="6372215"/>
                  <a:pt x="1381417" y="6369535"/>
                  <a:pt x="1377852" y="6366097"/>
                </a:cubicBezTo>
                <a:cubicBezTo>
                  <a:pt x="1352108" y="6365458"/>
                  <a:pt x="1267249" y="6359383"/>
                  <a:pt x="1239424" y="6359700"/>
                </a:cubicBezTo>
                <a:cubicBezTo>
                  <a:pt x="1211599" y="6360016"/>
                  <a:pt x="1221978" y="6361392"/>
                  <a:pt x="1208014" y="6357188"/>
                </a:cubicBezTo>
                <a:lnTo>
                  <a:pt x="1152751" y="6345283"/>
                </a:lnTo>
                <a:lnTo>
                  <a:pt x="949771" y="6335308"/>
                </a:lnTo>
                <a:cubicBezTo>
                  <a:pt x="888502" y="6312655"/>
                  <a:pt x="822682" y="6331858"/>
                  <a:pt x="752723" y="6320875"/>
                </a:cubicBezTo>
                <a:cubicBezTo>
                  <a:pt x="697396" y="6317271"/>
                  <a:pt x="686655" y="6275609"/>
                  <a:pt x="665167" y="6275293"/>
                </a:cubicBezTo>
                <a:cubicBezTo>
                  <a:pt x="657908" y="6276764"/>
                  <a:pt x="625159" y="6270979"/>
                  <a:pt x="618141" y="6273378"/>
                </a:cubicBezTo>
                <a:cubicBezTo>
                  <a:pt x="606112" y="6250236"/>
                  <a:pt x="628751" y="6263137"/>
                  <a:pt x="596498" y="6261621"/>
                </a:cubicBezTo>
                <a:cubicBezTo>
                  <a:pt x="598654" y="6267969"/>
                  <a:pt x="583476" y="6241875"/>
                  <a:pt x="568296" y="6259035"/>
                </a:cubicBezTo>
                <a:lnTo>
                  <a:pt x="550874" y="6247808"/>
                </a:lnTo>
                <a:lnTo>
                  <a:pt x="521056" y="6251759"/>
                </a:lnTo>
                <a:cubicBezTo>
                  <a:pt x="512844" y="6252767"/>
                  <a:pt x="496898" y="6238469"/>
                  <a:pt x="487255" y="6237156"/>
                </a:cubicBezTo>
                <a:cubicBezTo>
                  <a:pt x="449168" y="6235869"/>
                  <a:pt x="452372" y="6218847"/>
                  <a:pt x="431825" y="6228675"/>
                </a:cubicBezTo>
                <a:cubicBezTo>
                  <a:pt x="409674" y="6239271"/>
                  <a:pt x="353899" y="6202116"/>
                  <a:pt x="346639" y="6209624"/>
                </a:cubicBezTo>
                <a:cubicBezTo>
                  <a:pt x="335776" y="6218525"/>
                  <a:pt x="269484" y="6176632"/>
                  <a:pt x="271007" y="6188053"/>
                </a:cubicBezTo>
                <a:cubicBezTo>
                  <a:pt x="223668" y="6157668"/>
                  <a:pt x="207158" y="6173403"/>
                  <a:pt x="189996" y="6162482"/>
                </a:cubicBezTo>
                <a:cubicBezTo>
                  <a:pt x="167941" y="6147838"/>
                  <a:pt x="134526" y="6155297"/>
                  <a:pt x="121342" y="6139836"/>
                </a:cubicBezTo>
                <a:cubicBezTo>
                  <a:pt x="108158" y="6124375"/>
                  <a:pt x="113782" y="6146084"/>
                  <a:pt x="90669" y="6116573"/>
                </a:cubicBezTo>
                <a:cubicBezTo>
                  <a:pt x="76705" y="6097951"/>
                  <a:pt x="64226" y="6077165"/>
                  <a:pt x="49115" y="6053333"/>
                </a:cubicBezTo>
                <a:cubicBezTo>
                  <a:pt x="34004" y="6029501"/>
                  <a:pt x="12038" y="6070748"/>
                  <a:pt x="0" y="602404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8673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59D998-AB6C-46E1-B394-118E9A1E2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5E99AC-6D3A-F554-4117-4EB469026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07" b="1"/>
          <a:stretch>
            <a:fillRect/>
          </a:stretch>
        </p:blipFill>
        <p:spPr>
          <a:xfrm>
            <a:off x="20" y="10"/>
            <a:ext cx="12191980" cy="6865943"/>
          </a:xfrm>
          <a:custGeom>
            <a:avLst/>
            <a:gdLst/>
            <a:ahLst/>
            <a:cxnLst/>
            <a:rect l="l" t="t" r="r" b="b"/>
            <a:pathLst>
              <a:path w="12192000" h="6857681">
                <a:moveTo>
                  <a:pt x="0" y="0"/>
                </a:moveTo>
                <a:lnTo>
                  <a:pt x="6033794" y="0"/>
                </a:lnTo>
                <a:lnTo>
                  <a:pt x="6104632" y="17448"/>
                </a:lnTo>
                <a:cubicBezTo>
                  <a:pt x="6167597" y="23966"/>
                  <a:pt x="6148747" y="27214"/>
                  <a:pt x="6198111" y="26888"/>
                </a:cubicBezTo>
                <a:cubicBezTo>
                  <a:pt x="6203032" y="26525"/>
                  <a:pt x="6212450" y="35708"/>
                  <a:pt x="6231511" y="33431"/>
                </a:cubicBezTo>
                <a:cubicBezTo>
                  <a:pt x="6261681" y="37362"/>
                  <a:pt x="6245025" y="48416"/>
                  <a:pt x="6283668" y="52056"/>
                </a:cubicBezTo>
                <a:cubicBezTo>
                  <a:pt x="6280095" y="55478"/>
                  <a:pt x="6317954" y="53783"/>
                  <a:pt x="6321602" y="65933"/>
                </a:cubicBezTo>
                <a:cubicBezTo>
                  <a:pt x="6338020" y="69803"/>
                  <a:pt x="6363241" y="73066"/>
                  <a:pt x="6382175" y="75274"/>
                </a:cubicBezTo>
                <a:cubicBezTo>
                  <a:pt x="6410543" y="81224"/>
                  <a:pt x="6424665" y="87641"/>
                  <a:pt x="6428857" y="91880"/>
                </a:cubicBezTo>
                <a:cubicBezTo>
                  <a:pt x="6457257" y="98611"/>
                  <a:pt x="6454186" y="99822"/>
                  <a:pt x="6491478" y="114104"/>
                </a:cubicBezTo>
                <a:cubicBezTo>
                  <a:pt x="6513363" y="108974"/>
                  <a:pt x="6532168" y="120070"/>
                  <a:pt x="6541328" y="130204"/>
                </a:cubicBezTo>
                <a:cubicBezTo>
                  <a:pt x="6566101" y="139804"/>
                  <a:pt x="6619910" y="162727"/>
                  <a:pt x="6655300" y="165762"/>
                </a:cubicBezTo>
                <a:cubicBezTo>
                  <a:pt x="6709422" y="165032"/>
                  <a:pt x="6694278" y="176304"/>
                  <a:pt x="6718357" y="184874"/>
                </a:cubicBezTo>
                <a:cubicBezTo>
                  <a:pt x="6737101" y="195527"/>
                  <a:pt x="6734493" y="186329"/>
                  <a:pt x="6754054" y="199796"/>
                </a:cubicBezTo>
                <a:lnTo>
                  <a:pt x="6790284" y="215417"/>
                </a:lnTo>
                <a:lnTo>
                  <a:pt x="6833979" y="239878"/>
                </a:lnTo>
                <a:lnTo>
                  <a:pt x="6843981" y="246602"/>
                </a:lnTo>
                <a:cubicBezTo>
                  <a:pt x="6849111" y="246626"/>
                  <a:pt x="6852366" y="247045"/>
                  <a:pt x="6854445" y="247782"/>
                </a:cubicBezTo>
                <a:cubicBezTo>
                  <a:pt x="6854496" y="247881"/>
                  <a:pt x="6854549" y="247980"/>
                  <a:pt x="6854600" y="248079"/>
                </a:cubicBezTo>
                <a:lnTo>
                  <a:pt x="6869364" y="251040"/>
                </a:lnTo>
                <a:cubicBezTo>
                  <a:pt x="6886479" y="251404"/>
                  <a:pt x="6920818" y="277370"/>
                  <a:pt x="6937072" y="276678"/>
                </a:cubicBezTo>
                <a:cubicBezTo>
                  <a:pt x="6944247" y="293133"/>
                  <a:pt x="6941053" y="265766"/>
                  <a:pt x="6968404" y="280704"/>
                </a:cubicBezTo>
                <a:cubicBezTo>
                  <a:pt x="6980596" y="282696"/>
                  <a:pt x="6985722" y="284716"/>
                  <a:pt x="6995938" y="286247"/>
                </a:cubicBezTo>
                <a:cubicBezTo>
                  <a:pt x="6996079" y="286667"/>
                  <a:pt x="7029560" y="289467"/>
                  <a:pt x="7029701" y="289887"/>
                </a:cubicBezTo>
                <a:lnTo>
                  <a:pt x="7054104" y="293980"/>
                </a:lnTo>
                <a:lnTo>
                  <a:pt x="7059678" y="296051"/>
                </a:lnTo>
                <a:lnTo>
                  <a:pt x="7092167" y="292851"/>
                </a:lnTo>
                <a:lnTo>
                  <a:pt x="7108387" y="292672"/>
                </a:lnTo>
                <a:lnTo>
                  <a:pt x="7114139" y="289579"/>
                </a:lnTo>
                <a:cubicBezTo>
                  <a:pt x="7119705" y="287930"/>
                  <a:pt x="7126840" y="287741"/>
                  <a:pt x="7137488" y="290860"/>
                </a:cubicBezTo>
                <a:lnTo>
                  <a:pt x="7139729" y="292153"/>
                </a:lnTo>
                <a:lnTo>
                  <a:pt x="7172532" y="286561"/>
                </a:lnTo>
                <a:cubicBezTo>
                  <a:pt x="7179544" y="284784"/>
                  <a:pt x="7207552" y="294171"/>
                  <a:pt x="7213458" y="290616"/>
                </a:cubicBezTo>
                <a:cubicBezTo>
                  <a:pt x="7269364" y="295457"/>
                  <a:pt x="7303569" y="278925"/>
                  <a:pt x="7371827" y="290351"/>
                </a:cubicBezTo>
                <a:cubicBezTo>
                  <a:pt x="7417519" y="294938"/>
                  <a:pt x="7443196" y="294841"/>
                  <a:pt x="7472683" y="298450"/>
                </a:cubicBezTo>
                <a:cubicBezTo>
                  <a:pt x="7502170" y="302059"/>
                  <a:pt x="7529752" y="308462"/>
                  <a:pt x="7548749" y="312007"/>
                </a:cubicBezTo>
                <a:cubicBezTo>
                  <a:pt x="7567746" y="315552"/>
                  <a:pt x="7562619" y="317217"/>
                  <a:pt x="7586664" y="319723"/>
                </a:cubicBezTo>
                <a:cubicBezTo>
                  <a:pt x="7610709" y="322229"/>
                  <a:pt x="7669675" y="320322"/>
                  <a:pt x="7693021" y="327043"/>
                </a:cubicBezTo>
                <a:cubicBezTo>
                  <a:pt x="7718238" y="326359"/>
                  <a:pt x="7721537" y="337391"/>
                  <a:pt x="7735314" y="336075"/>
                </a:cubicBezTo>
                <a:cubicBezTo>
                  <a:pt x="7806549" y="352546"/>
                  <a:pt x="7865892" y="349618"/>
                  <a:pt x="7952583" y="346950"/>
                </a:cubicBezTo>
                <a:cubicBezTo>
                  <a:pt x="8009730" y="351831"/>
                  <a:pt x="8008698" y="354607"/>
                  <a:pt x="8033745" y="357420"/>
                </a:cubicBezTo>
                <a:cubicBezTo>
                  <a:pt x="8041390" y="360247"/>
                  <a:pt x="8045181" y="350414"/>
                  <a:pt x="8052068" y="354306"/>
                </a:cubicBezTo>
                <a:lnTo>
                  <a:pt x="8087434" y="359505"/>
                </a:lnTo>
                <a:lnTo>
                  <a:pt x="8113399" y="369645"/>
                </a:lnTo>
                <a:lnTo>
                  <a:pt x="8137804" y="376078"/>
                </a:lnTo>
                <a:lnTo>
                  <a:pt x="8167138" y="378809"/>
                </a:lnTo>
                <a:cubicBezTo>
                  <a:pt x="8176124" y="381225"/>
                  <a:pt x="8176713" y="389019"/>
                  <a:pt x="8188557" y="388892"/>
                </a:cubicBezTo>
                <a:cubicBezTo>
                  <a:pt x="8224517" y="394064"/>
                  <a:pt x="8289287" y="398547"/>
                  <a:pt x="8338182" y="404244"/>
                </a:cubicBezTo>
                <a:cubicBezTo>
                  <a:pt x="8362404" y="400849"/>
                  <a:pt x="8397142" y="407351"/>
                  <a:pt x="8407187" y="417040"/>
                </a:cubicBezTo>
                <a:cubicBezTo>
                  <a:pt x="8419182" y="419735"/>
                  <a:pt x="8448098" y="419784"/>
                  <a:pt x="8459765" y="417876"/>
                </a:cubicBezTo>
                <a:cubicBezTo>
                  <a:pt x="8470121" y="418155"/>
                  <a:pt x="8471999" y="421843"/>
                  <a:pt x="8485759" y="423277"/>
                </a:cubicBezTo>
                <a:cubicBezTo>
                  <a:pt x="8500778" y="426656"/>
                  <a:pt x="8533354" y="442668"/>
                  <a:pt x="8547497" y="447675"/>
                </a:cubicBezTo>
                <a:cubicBezTo>
                  <a:pt x="8561640" y="452682"/>
                  <a:pt x="8547256" y="447497"/>
                  <a:pt x="8570615" y="453317"/>
                </a:cubicBezTo>
                <a:cubicBezTo>
                  <a:pt x="8578949" y="455301"/>
                  <a:pt x="8577204" y="463036"/>
                  <a:pt x="8595122" y="466725"/>
                </a:cubicBezTo>
                <a:cubicBezTo>
                  <a:pt x="8613041" y="470415"/>
                  <a:pt x="8653176" y="474680"/>
                  <a:pt x="8678126" y="475454"/>
                </a:cubicBezTo>
                <a:cubicBezTo>
                  <a:pt x="8706000" y="462935"/>
                  <a:pt x="8696233" y="479979"/>
                  <a:pt x="8747203" y="464224"/>
                </a:cubicBezTo>
                <a:cubicBezTo>
                  <a:pt x="8748514" y="466239"/>
                  <a:pt x="8769343" y="465372"/>
                  <a:pt x="8790692" y="466720"/>
                </a:cubicBezTo>
                <a:cubicBezTo>
                  <a:pt x="8812041" y="468068"/>
                  <a:pt x="8857501" y="479363"/>
                  <a:pt x="8875298" y="472310"/>
                </a:cubicBezTo>
                <a:lnTo>
                  <a:pt x="9032306" y="471571"/>
                </a:lnTo>
                <a:lnTo>
                  <a:pt x="9122435" y="483407"/>
                </a:lnTo>
                <a:cubicBezTo>
                  <a:pt x="9153775" y="485302"/>
                  <a:pt x="9159039" y="493942"/>
                  <a:pt x="9179171" y="490552"/>
                </a:cubicBezTo>
                <a:cubicBezTo>
                  <a:pt x="9213108" y="492737"/>
                  <a:pt x="9191622" y="508779"/>
                  <a:pt x="9230778" y="495862"/>
                </a:cubicBezTo>
                <a:cubicBezTo>
                  <a:pt x="9220076" y="509598"/>
                  <a:pt x="9249178" y="492136"/>
                  <a:pt x="9269314" y="503195"/>
                </a:cubicBezTo>
                <a:cubicBezTo>
                  <a:pt x="9297556" y="495041"/>
                  <a:pt x="9326591" y="505312"/>
                  <a:pt x="9343734" y="506508"/>
                </a:cubicBezTo>
                <a:cubicBezTo>
                  <a:pt x="9360877" y="507704"/>
                  <a:pt x="9347612" y="511465"/>
                  <a:pt x="9372172" y="510372"/>
                </a:cubicBezTo>
                <a:lnTo>
                  <a:pt x="9406856" y="515908"/>
                </a:lnTo>
                <a:cubicBezTo>
                  <a:pt x="9405045" y="511337"/>
                  <a:pt x="9410063" y="512684"/>
                  <a:pt x="9423824" y="513399"/>
                </a:cubicBezTo>
                <a:lnTo>
                  <a:pt x="9460782" y="509325"/>
                </a:lnTo>
                <a:lnTo>
                  <a:pt x="9486144" y="513434"/>
                </a:lnTo>
                <a:cubicBezTo>
                  <a:pt x="9489544" y="513295"/>
                  <a:pt x="9513720" y="508821"/>
                  <a:pt x="9513235" y="505310"/>
                </a:cubicBezTo>
                <a:cubicBezTo>
                  <a:pt x="9539685" y="520038"/>
                  <a:pt x="9542332" y="510786"/>
                  <a:pt x="9569455" y="507032"/>
                </a:cubicBezTo>
                <a:cubicBezTo>
                  <a:pt x="9592710" y="508415"/>
                  <a:pt x="9572665" y="508880"/>
                  <a:pt x="9628861" y="510620"/>
                </a:cubicBezTo>
                <a:cubicBezTo>
                  <a:pt x="9650737" y="526789"/>
                  <a:pt x="9635011" y="498901"/>
                  <a:pt x="9677951" y="521543"/>
                </a:cubicBezTo>
                <a:cubicBezTo>
                  <a:pt x="9680053" y="519778"/>
                  <a:pt x="9706563" y="521397"/>
                  <a:pt x="9720438" y="523172"/>
                </a:cubicBezTo>
                <a:cubicBezTo>
                  <a:pt x="9734313" y="524947"/>
                  <a:pt x="9746849" y="522784"/>
                  <a:pt x="9761204" y="532196"/>
                </a:cubicBezTo>
                <a:cubicBezTo>
                  <a:pt x="9771692" y="535091"/>
                  <a:pt x="9752949" y="530854"/>
                  <a:pt x="9785747" y="535781"/>
                </a:cubicBezTo>
                <a:cubicBezTo>
                  <a:pt x="9818545" y="540708"/>
                  <a:pt x="9925449" y="557390"/>
                  <a:pt x="9957993" y="561756"/>
                </a:cubicBezTo>
                <a:cubicBezTo>
                  <a:pt x="9990537" y="566122"/>
                  <a:pt x="9967648" y="568686"/>
                  <a:pt x="9981009" y="569119"/>
                </a:cubicBezTo>
                <a:cubicBezTo>
                  <a:pt x="9994370" y="569552"/>
                  <a:pt x="10023139" y="562486"/>
                  <a:pt x="10038159" y="564356"/>
                </a:cubicBezTo>
                <a:cubicBezTo>
                  <a:pt x="10057015" y="566262"/>
                  <a:pt x="10059811" y="573563"/>
                  <a:pt x="10071129" y="573194"/>
                </a:cubicBezTo>
                <a:cubicBezTo>
                  <a:pt x="10081593" y="562977"/>
                  <a:pt x="10092704" y="563090"/>
                  <a:pt x="10110830" y="569286"/>
                </a:cubicBezTo>
                <a:cubicBezTo>
                  <a:pt x="10144643" y="572070"/>
                  <a:pt x="10144670" y="561560"/>
                  <a:pt x="10177323" y="563075"/>
                </a:cubicBezTo>
                <a:cubicBezTo>
                  <a:pt x="10191652" y="562496"/>
                  <a:pt x="10199318" y="565790"/>
                  <a:pt x="10223224" y="562516"/>
                </a:cubicBezTo>
                <a:cubicBezTo>
                  <a:pt x="10240245" y="563214"/>
                  <a:pt x="10274444" y="564970"/>
                  <a:pt x="10297489" y="554688"/>
                </a:cubicBezTo>
                <a:cubicBezTo>
                  <a:pt x="10322484" y="553379"/>
                  <a:pt x="10304332" y="552915"/>
                  <a:pt x="10331612" y="555505"/>
                </a:cubicBezTo>
                <a:cubicBezTo>
                  <a:pt x="10364938" y="556023"/>
                  <a:pt x="10378810" y="549792"/>
                  <a:pt x="10398068" y="551274"/>
                </a:cubicBezTo>
                <a:cubicBezTo>
                  <a:pt x="10410608" y="547019"/>
                  <a:pt x="10396406" y="552090"/>
                  <a:pt x="10444604" y="546749"/>
                </a:cubicBezTo>
                <a:cubicBezTo>
                  <a:pt x="10463706" y="556208"/>
                  <a:pt x="10480046" y="543272"/>
                  <a:pt x="10496391" y="545310"/>
                </a:cubicBezTo>
                <a:cubicBezTo>
                  <a:pt x="10522313" y="544276"/>
                  <a:pt x="10586025" y="544389"/>
                  <a:pt x="10609659" y="542925"/>
                </a:cubicBezTo>
                <a:cubicBezTo>
                  <a:pt x="10633293" y="541461"/>
                  <a:pt x="10608137" y="539280"/>
                  <a:pt x="10638198" y="536528"/>
                </a:cubicBezTo>
                <a:cubicBezTo>
                  <a:pt x="10693566" y="548777"/>
                  <a:pt x="10724464" y="526732"/>
                  <a:pt x="10780502" y="524034"/>
                </a:cubicBezTo>
                <a:cubicBezTo>
                  <a:pt x="10814519" y="506962"/>
                  <a:pt x="10838626" y="524696"/>
                  <a:pt x="10875821" y="511631"/>
                </a:cubicBezTo>
                <a:cubicBezTo>
                  <a:pt x="10900992" y="507636"/>
                  <a:pt x="10904648" y="511453"/>
                  <a:pt x="10918825" y="509588"/>
                </a:cubicBezTo>
                <a:cubicBezTo>
                  <a:pt x="10933002" y="507723"/>
                  <a:pt x="10948992" y="503227"/>
                  <a:pt x="10960884" y="500440"/>
                </a:cubicBezTo>
                <a:cubicBezTo>
                  <a:pt x="10967249" y="504078"/>
                  <a:pt x="11016720" y="497668"/>
                  <a:pt x="11015578" y="492864"/>
                </a:cubicBezTo>
                <a:cubicBezTo>
                  <a:pt x="11022928" y="494510"/>
                  <a:pt x="11043247" y="500882"/>
                  <a:pt x="11045541" y="493276"/>
                </a:cubicBezTo>
                <a:cubicBezTo>
                  <a:pt x="11083069" y="493195"/>
                  <a:pt x="11104152" y="492128"/>
                  <a:pt x="11136980" y="502266"/>
                </a:cubicBezTo>
                <a:cubicBezTo>
                  <a:pt x="11160311" y="506043"/>
                  <a:pt x="11144016" y="504016"/>
                  <a:pt x="11158537" y="506413"/>
                </a:cubicBezTo>
                <a:cubicBezTo>
                  <a:pt x="11173058" y="508810"/>
                  <a:pt x="11197248" y="504516"/>
                  <a:pt x="11220930" y="503946"/>
                </a:cubicBezTo>
                <a:cubicBezTo>
                  <a:pt x="11244941" y="504078"/>
                  <a:pt x="11272916" y="508160"/>
                  <a:pt x="11290697" y="509588"/>
                </a:cubicBezTo>
                <a:cubicBezTo>
                  <a:pt x="11308478" y="511016"/>
                  <a:pt x="11312720" y="510673"/>
                  <a:pt x="11327615" y="512515"/>
                </a:cubicBezTo>
                <a:cubicBezTo>
                  <a:pt x="11352471" y="509065"/>
                  <a:pt x="11373358" y="510883"/>
                  <a:pt x="11391973" y="518258"/>
                </a:cubicBezTo>
                <a:cubicBezTo>
                  <a:pt x="11406458" y="520151"/>
                  <a:pt x="11399034" y="524460"/>
                  <a:pt x="11409760" y="526257"/>
                </a:cubicBezTo>
                <a:cubicBezTo>
                  <a:pt x="11420486" y="528054"/>
                  <a:pt x="11427325" y="519930"/>
                  <a:pt x="11456330" y="521896"/>
                </a:cubicBezTo>
                <a:cubicBezTo>
                  <a:pt x="11466649" y="522293"/>
                  <a:pt x="11466304" y="529914"/>
                  <a:pt x="11488341" y="531019"/>
                </a:cubicBezTo>
                <a:cubicBezTo>
                  <a:pt x="11510378" y="532124"/>
                  <a:pt x="11598983" y="536881"/>
                  <a:pt x="11631415" y="538053"/>
                </a:cubicBezTo>
                <a:cubicBezTo>
                  <a:pt x="11663847" y="539225"/>
                  <a:pt x="11650717" y="536007"/>
                  <a:pt x="11666264" y="535672"/>
                </a:cubicBezTo>
                <a:cubicBezTo>
                  <a:pt x="11681811" y="535337"/>
                  <a:pt x="11700204" y="526934"/>
                  <a:pt x="11724698" y="536041"/>
                </a:cubicBezTo>
                <a:cubicBezTo>
                  <a:pt x="11743020" y="531196"/>
                  <a:pt x="11743491" y="542315"/>
                  <a:pt x="11763807" y="545183"/>
                </a:cubicBezTo>
                <a:cubicBezTo>
                  <a:pt x="11775016" y="549241"/>
                  <a:pt x="11789046" y="548064"/>
                  <a:pt x="11798300" y="550863"/>
                </a:cubicBezTo>
                <a:cubicBezTo>
                  <a:pt x="11807554" y="553662"/>
                  <a:pt x="11814870" y="554166"/>
                  <a:pt x="11821716" y="557213"/>
                </a:cubicBezTo>
                <a:cubicBezTo>
                  <a:pt x="11828562" y="560260"/>
                  <a:pt x="11830643" y="566367"/>
                  <a:pt x="11839374" y="569145"/>
                </a:cubicBezTo>
                <a:cubicBezTo>
                  <a:pt x="11848105" y="571923"/>
                  <a:pt x="11861759" y="576813"/>
                  <a:pt x="11871722" y="578644"/>
                </a:cubicBezTo>
                <a:cubicBezTo>
                  <a:pt x="11881685" y="580475"/>
                  <a:pt x="11880173" y="577641"/>
                  <a:pt x="11899154" y="580133"/>
                </a:cubicBezTo>
                <a:cubicBezTo>
                  <a:pt x="11930093" y="585454"/>
                  <a:pt x="11957956" y="589309"/>
                  <a:pt x="11992753" y="588833"/>
                </a:cubicBezTo>
                <a:cubicBezTo>
                  <a:pt x="11999276" y="598540"/>
                  <a:pt x="12009663" y="594134"/>
                  <a:pt x="12023554" y="588997"/>
                </a:cubicBezTo>
                <a:cubicBezTo>
                  <a:pt x="12049522" y="596077"/>
                  <a:pt x="12093380" y="601562"/>
                  <a:pt x="12137802" y="617391"/>
                </a:cubicBezTo>
                <a:cubicBezTo>
                  <a:pt x="12156710" y="627093"/>
                  <a:pt x="12160884" y="628759"/>
                  <a:pt x="12174434" y="631430"/>
                </a:cubicBezTo>
                <a:lnTo>
                  <a:pt x="12192000" y="634770"/>
                </a:lnTo>
                <a:lnTo>
                  <a:pt x="12192000" y="6857681"/>
                </a:lnTo>
                <a:lnTo>
                  <a:pt x="9979612" y="6857681"/>
                </a:lnTo>
                <a:lnTo>
                  <a:pt x="9971269" y="6854457"/>
                </a:lnTo>
                <a:cubicBezTo>
                  <a:pt x="9959912" y="6851181"/>
                  <a:pt x="9949163" y="6849764"/>
                  <a:pt x="9939502" y="6851921"/>
                </a:cubicBezTo>
                <a:cubicBezTo>
                  <a:pt x="9891606" y="6835635"/>
                  <a:pt x="9864404" y="6844006"/>
                  <a:pt x="9834453" y="6832151"/>
                </a:cubicBezTo>
                <a:cubicBezTo>
                  <a:pt x="9804501" y="6820296"/>
                  <a:pt x="9801374" y="6798259"/>
                  <a:pt x="9759795" y="6780787"/>
                </a:cubicBezTo>
                <a:cubicBezTo>
                  <a:pt x="9718217" y="6763314"/>
                  <a:pt x="9629817" y="6740362"/>
                  <a:pt x="9584980" y="6727313"/>
                </a:cubicBezTo>
                <a:cubicBezTo>
                  <a:pt x="9546420" y="6722010"/>
                  <a:pt x="9530408" y="6725469"/>
                  <a:pt x="9490770" y="6702489"/>
                </a:cubicBezTo>
                <a:cubicBezTo>
                  <a:pt x="9443320" y="6701025"/>
                  <a:pt x="9424336" y="6690023"/>
                  <a:pt x="9380405" y="6676541"/>
                </a:cubicBezTo>
                <a:cubicBezTo>
                  <a:pt x="9335978" y="6675243"/>
                  <a:pt x="9297645" y="6680915"/>
                  <a:pt x="9259939" y="6674414"/>
                </a:cubicBezTo>
                <a:cubicBezTo>
                  <a:pt x="9244772" y="6679394"/>
                  <a:pt x="9230416" y="6681084"/>
                  <a:pt x="9216296" y="6672209"/>
                </a:cubicBezTo>
                <a:cubicBezTo>
                  <a:pt x="9174886" y="6673387"/>
                  <a:pt x="9165078" y="6684906"/>
                  <a:pt x="9138624" y="6674601"/>
                </a:cubicBezTo>
                <a:cubicBezTo>
                  <a:pt x="9108454" y="6672027"/>
                  <a:pt x="9060163" y="6657862"/>
                  <a:pt x="9035273" y="6656766"/>
                </a:cubicBezTo>
                <a:cubicBezTo>
                  <a:pt x="9043993" y="6670577"/>
                  <a:pt x="8988276" y="6655711"/>
                  <a:pt x="8989286" y="6668016"/>
                </a:cubicBezTo>
                <a:cubicBezTo>
                  <a:pt x="8965548" y="6651220"/>
                  <a:pt x="8960144" y="6673151"/>
                  <a:pt x="8932387" y="6668707"/>
                </a:cubicBezTo>
                <a:cubicBezTo>
                  <a:pt x="8918435" y="6662528"/>
                  <a:pt x="8909159" y="6661716"/>
                  <a:pt x="8898375" y="6669282"/>
                </a:cubicBezTo>
                <a:cubicBezTo>
                  <a:pt x="8833747" y="6639096"/>
                  <a:pt x="8863155" y="6669089"/>
                  <a:pt x="8806495" y="6658618"/>
                </a:cubicBezTo>
                <a:cubicBezTo>
                  <a:pt x="8757168" y="6647242"/>
                  <a:pt x="8702613" y="6640665"/>
                  <a:pt x="8650927" y="6611139"/>
                </a:cubicBezTo>
                <a:cubicBezTo>
                  <a:pt x="8640770" y="6602610"/>
                  <a:pt x="8619775" y="6599998"/>
                  <a:pt x="8604033" y="6605300"/>
                </a:cubicBezTo>
                <a:cubicBezTo>
                  <a:pt x="8601324" y="6606213"/>
                  <a:pt x="8598878" y="6607331"/>
                  <a:pt x="8596767" y="6608618"/>
                </a:cubicBezTo>
                <a:cubicBezTo>
                  <a:pt x="8565299" y="6587556"/>
                  <a:pt x="8548876" y="6598771"/>
                  <a:pt x="8533762" y="6584302"/>
                </a:cubicBezTo>
                <a:cubicBezTo>
                  <a:pt x="8487059" y="6579247"/>
                  <a:pt x="8451683" y="6594395"/>
                  <a:pt x="8437660" y="6581725"/>
                </a:cubicBezTo>
                <a:cubicBezTo>
                  <a:pt x="8414209" y="6582991"/>
                  <a:pt x="8383722" y="6598678"/>
                  <a:pt x="8364494" y="6585073"/>
                </a:cubicBezTo>
                <a:cubicBezTo>
                  <a:pt x="8363342" y="6596536"/>
                  <a:pt x="8336540" y="6576888"/>
                  <a:pt x="8323751" y="6584665"/>
                </a:cubicBezTo>
                <a:cubicBezTo>
                  <a:pt x="8314841" y="6591411"/>
                  <a:pt x="8304634" y="6587022"/>
                  <a:pt x="8293791" y="6586903"/>
                </a:cubicBezTo>
                <a:cubicBezTo>
                  <a:pt x="8280721" y="6592424"/>
                  <a:pt x="8232642" y="6585021"/>
                  <a:pt x="8219223" y="6578961"/>
                </a:cubicBezTo>
                <a:cubicBezTo>
                  <a:pt x="8185638" y="6557431"/>
                  <a:pt x="8123924" y="6576522"/>
                  <a:pt x="8096330" y="6560092"/>
                </a:cubicBezTo>
                <a:cubicBezTo>
                  <a:pt x="8087121" y="6557869"/>
                  <a:pt x="8078422" y="6557144"/>
                  <a:pt x="8070086" y="6557355"/>
                </a:cubicBezTo>
                <a:lnTo>
                  <a:pt x="8047207" y="6560092"/>
                </a:lnTo>
                <a:lnTo>
                  <a:pt x="8041620" y="6565163"/>
                </a:lnTo>
                <a:lnTo>
                  <a:pt x="8027134" y="6564473"/>
                </a:lnTo>
                <a:lnTo>
                  <a:pt x="8023214" y="6565355"/>
                </a:lnTo>
                <a:cubicBezTo>
                  <a:pt x="8015729" y="6567060"/>
                  <a:pt x="8008307" y="6568574"/>
                  <a:pt x="8000801" y="6569339"/>
                </a:cubicBezTo>
                <a:cubicBezTo>
                  <a:pt x="8005606" y="6544751"/>
                  <a:pt x="7937754" y="6571777"/>
                  <a:pt x="7954618" y="6551428"/>
                </a:cubicBezTo>
                <a:cubicBezTo>
                  <a:pt x="7914215" y="6551344"/>
                  <a:pt x="7940865" y="6531998"/>
                  <a:pt x="7896427" y="6551123"/>
                </a:cubicBezTo>
                <a:lnTo>
                  <a:pt x="7643090" y="6532163"/>
                </a:lnTo>
                <a:cubicBezTo>
                  <a:pt x="7673996" y="6576436"/>
                  <a:pt x="7562550" y="6494154"/>
                  <a:pt x="7553164" y="6525457"/>
                </a:cubicBezTo>
                <a:cubicBezTo>
                  <a:pt x="7546247" y="6496957"/>
                  <a:pt x="7465610" y="6497391"/>
                  <a:pt x="7421154" y="6476273"/>
                </a:cubicBezTo>
                <a:cubicBezTo>
                  <a:pt x="7361551" y="6472649"/>
                  <a:pt x="7315144" y="6450550"/>
                  <a:pt x="7255968" y="6462166"/>
                </a:cubicBezTo>
                <a:cubicBezTo>
                  <a:pt x="7253251" y="6458417"/>
                  <a:pt x="7249451" y="6455333"/>
                  <a:pt x="7244911" y="6452730"/>
                </a:cubicBezTo>
                <a:lnTo>
                  <a:pt x="7230265" y="6446549"/>
                </a:lnTo>
                <a:lnTo>
                  <a:pt x="7227815" y="6447125"/>
                </a:lnTo>
                <a:cubicBezTo>
                  <a:pt x="7217801" y="6447570"/>
                  <a:pt x="7212312" y="6446146"/>
                  <a:pt x="7208840" y="6443899"/>
                </a:cubicBezTo>
                <a:lnTo>
                  <a:pt x="7205995" y="6440529"/>
                </a:lnTo>
                <a:lnTo>
                  <a:pt x="7193384" y="6437481"/>
                </a:lnTo>
                <a:lnTo>
                  <a:pt x="7169652" y="6429226"/>
                </a:lnTo>
                <a:lnTo>
                  <a:pt x="7164173" y="6429791"/>
                </a:lnTo>
                <a:lnTo>
                  <a:pt x="7126763" y="6420626"/>
                </a:lnTo>
                <a:lnTo>
                  <a:pt x="7125753" y="6421501"/>
                </a:lnTo>
                <a:cubicBezTo>
                  <a:pt x="7122639" y="6423254"/>
                  <a:pt x="7118733" y="6424154"/>
                  <a:pt x="7113057" y="6423293"/>
                </a:cubicBezTo>
                <a:cubicBezTo>
                  <a:pt x="7114552" y="6439288"/>
                  <a:pt x="7106783" y="6428384"/>
                  <a:pt x="7089914" y="6424434"/>
                </a:cubicBezTo>
                <a:cubicBezTo>
                  <a:pt x="7088470" y="6448394"/>
                  <a:pt x="7044915" y="6428308"/>
                  <a:pt x="7030458" y="6439456"/>
                </a:cubicBezTo>
                <a:cubicBezTo>
                  <a:pt x="7018098" y="6436014"/>
                  <a:pt x="7005002" y="6432811"/>
                  <a:pt x="6991398" y="6430012"/>
                </a:cubicBezTo>
                <a:lnTo>
                  <a:pt x="6983250" y="6428652"/>
                </a:lnTo>
                <a:lnTo>
                  <a:pt x="6982969" y="6428851"/>
                </a:lnTo>
                <a:cubicBezTo>
                  <a:pt x="6980946" y="6429033"/>
                  <a:pt x="6978171" y="6428766"/>
                  <a:pt x="6974140" y="6427864"/>
                </a:cubicBezTo>
                <a:lnTo>
                  <a:pt x="6968396" y="6426177"/>
                </a:lnTo>
                <a:lnTo>
                  <a:pt x="6952590" y="6423541"/>
                </a:lnTo>
                <a:lnTo>
                  <a:pt x="6946361" y="6424122"/>
                </a:lnTo>
                <a:lnTo>
                  <a:pt x="6942752" y="6426497"/>
                </a:lnTo>
                <a:lnTo>
                  <a:pt x="6941472" y="6425953"/>
                </a:lnTo>
                <a:cubicBezTo>
                  <a:pt x="6933258" y="6419432"/>
                  <a:pt x="6934084" y="6412085"/>
                  <a:pt x="6907932" y="6428597"/>
                </a:cubicBezTo>
                <a:cubicBezTo>
                  <a:pt x="6887113" y="6416820"/>
                  <a:pt x="6874835" y="6427475"/>
                  <a:pt x="6837100" y="6425985"/>
                </a:cubicBezTo>
                <a:cubicBezTo>
                  <a:pt x="6826990" y="6416391"/>
                  <a:pt x="6813527" y="6417132"/>
                  <a:pt x="6798354" y="6421041"/>
                </a:cubicBezTo>
                <a:cubicBezTo>
                  <a:pt x="6766250" y="6412267"/>
                  <a:pt x="6729955" y="6415375"/>
                  <a:pt x="6690235" y="6411268"/>
                </a:cubicBezTo>
                <a:cubicBezTo>
                  <a:pt x="6654585" y="6395260"/>
                  <a:pt x="6622599" y="6408785"/>
                  <a:pt x="6580197" y="6404322"/>
                </a:cubicBezTo>
                <a:cubicBezTo>
                  <a:pt x="6554864" y="6382418"/>
                  <a:pt x="6541862" y="6413854"/>
                  <a:pt x="6516748" y="6416928"/>
                </a:cubicBezTo>
                <a:lnTo>
                  <a:pt x="6510427" y="6416567"/>
                </a:lnTo>
                <a:lnTo>
                  <a:pt x="6496409" y="6411723"/>
                </a:lnTo>
                <a:lnTo>
                  <a:pt x="6491671" y="6409264"/>
                </a:lnTo>
                <a:cubicBezTo>
                  <a:pt x="6488210" y="6407807"/>
                  <a:pt x="6485652" y="6407144"/>
                  <a:pt x="6483603" y="6407023"/>
                </a:cubicBezTo>
                <a:lnTo>
                  <a:pt x="6483235" y="6407169"/>
                </a:lnTo>
                <a:lnTo>
                  <a:pt x="6476007" y="6404672"/>
                </a:lnTo>
                <a:cubicBezTo>
                  <a:pt x="6464202" y="6399995"/>
                  <a:pt x="6453088" y="6395002"/>
                  <a:pt x="6442802" y="6389891"/>
                </a:cubicBezTo>
                <a:cubicBezTo>
                  <a:pt x="6423332" y="6398448"/>
                  <a:pt x="6390988" y="6372810"/>
                  <a:pt x="6377838" y="6395551"/>
                </a:cubicBezTo>
                <a:cubicBezTo>
                  <a:pt x="6363436" y="6389290"/>
                  <a:pt x="6361258" y="6377704"/>
                  <a:pt x="6354860" y="6393247"/>
                </a:cubicBezTo>
                <a:cubicBezTo>
                  <a:pt x="6349784" y="6391587"/>
                  <a:pt x="6345558" y="6391878"/>
                  <a:pt x="6341683" y="6393098"/>
                </a:cubicBezTo>
                <a:lnTo>
                  <a:pt x="6340276" y="6393789"/>
                </a:lnTo>
                <a:lnTo>
                  <a:pt x="6308531" y="6379516"/>
                </a:lnTo>
                <a:lnTo>
                  <a:pt x="6302948" y="6379253"/>
                </a:lnTo>
                <a:cubicBezTo>
                  <a:pt x="6248814" y="6382108"/>
                  <a:pt x="6205926" y="6362006"/>
                  <a:pt x="6140607" y="6334265"/>
                </a:cubicBezTo>
                <a:cubicBezTo>
                  <a:pt x="6137487" y="6331108"/>
                  <a:pt x="6051161" y="6339116"/>
                  <a:pt x="6050365" y="6335126"/>
                </a:cubicBezTo>
                <a:cubicBezTo>
                  <a:pt x="6006576" y="6331181"/>
                  <a:pt x="6035144" y="6327580"/>
                  <a:pt x="5978838" y="6322018"/>
                </a:cubicBezTo>
                <a:cubicBezTo>
                  <a:pt x="5962530" y="6314338"/>
                  <a:pt x="5894920" y="6289616"/>
                  <a:pt x="5897645" y="6301654"/>
                </a:cubicBezTo>
                <a:lnTo>
                  <a:pt x="5796158" y="6279213"/>
                </a:lnTo>
                <a:lnTo>
                  <a:pt x="5664797" y="6258481"/>
                </a:lnTo>
                <a:lnTo>
                  <a:pt x="5558293" y="6242384"/>
                </a:lnTo>
                <a:lnTo>
                  <a:pt x="5549921" y="6243309"/>
                </a:lnTo>
                <a:lnTo>
                  <a:pt x="5528450" y="6240218"/>
                </a:lnTo>
                <a:lnTo>
                  <a:pt x="5520604" y="6238128"/>
                </a:lnTo>
                <a:cubicBezTo>
                  <a:pt x="5515114" y="6237034"/>
                  <a:pt x="5511354" y="6236750"/>
                  <a:pt x="5508634" y="6237043"/>
                </a:cubicBezTo>
                <a:lnTo>
                  <a:pt x="5508268" y="6237311"/>
                </a:lnTo>
                <a:lnTo>
                  <a:pt x="5497199" y="6235718"/>
                </a:lnTo>
                <a:cubicBezTo>
                  <a:pt x="5478687" y="6232353"/>
                  <a:pt x="5460838" y="6228438"/>
                  <a:pt x="5443971" y="6224189"/>
                </a:cubicBezTo>
                <a:cubicBezTo>
                  <a:pt x="5425088" y="6239333"/>
                  <a:pt x="5365198" y="6213813"/>
                  <a:pt x="5364587" y="6245607"/>
                </a:cubicBezTo>
                <a:cubicBezTo>
                  <a:pt x="5341603" y="6240798"/>
                  <a:pt x="5330518" y="6226543"/>
                  <a:pt x="5333425" y="6247706"/>
                </a:cubicBezTo>
                <a:cubicBezTo>
                  <a:pt x="5325718" y="6246708"/>
                  <a:pt x="5320498" y="6247999"/>
                  <a:pt x="5316391" y="6250403"/>
                </a:cubicBezTo>
                <a:lnTo>
                  <a:pt x="5315083" y="6251588"/>
                </a:lnTo>
                <a:lnTo>
                  <a:pt x="5264093" y="6240388"/>
                </a:lnTo>
                <a:lnTo>
                  <a:pt x="5256734" y="6241276"/>
                </a:lnTo>
                <a:lnTo>
                  <a:pt x="5224251" y="6230935"/>
                </a:lnTo>
                <a:lnTo>
                  <a:pt x="5207068" y="6227214"/>
                </a:lnTo>
                <a:lnTo>
                  <a:pt x="5203042" y="6222819"/>
                </a:lnTo>
                <a:lnTo>
                  <a:pt x="5013633" y="6212104"/>
                </a:lnTo>
                <a:cubicBezTo>
                  <a:pt x="5007363" y="6208771"/>
                  <a:pt x="4867451" y="6189553"/>
                  <a:pt x="4863573" y="6184654"/>
                </a:cubicBezTo>
                <a:lnTo>
                  <a:pt x="4651416" y="6166539"/>
                </a:lnTo>
                <a:cubicBezTo>
                  <a:pt x="4624977" y="6160344"/>
                  <a:pt x="4469364" y="6128170"/>
                  <a:pt x="4481486" y="6142882"/>
                </a:cubicBezTo>
                <a:cubicBezTo>
                  <a:pt x="4405439" y="6106748"/>
                  <a:pt x="4365783" y="6101727"/>
                  <a:pt x="4269331" y="6098123"/>
                </a:cubicBezTo>
                <a:cubicBezTo>
                  <a:pt x="4210440" y="6124597"/>
                  <a:pt x="4245321" y="6098279"/>
                  <a:pt x="4190801" y="6099192"/>
                </a:cubicBezTo>
                <a:cubicBezTo>
                  <a:pt x="4212420" y="6071793"/>
                  <a:pt x="4151268" y="6084104"/>
                  <a:pt x="4127486" y="6076624"/>
                </a:cubicBezTo>
                <a:cubicBezTo>
                  <a:pt x="4117403" y="6077826"/>
                  <a:pt x="4107474" y="6080022"/>
                  <a:pt x="4097468" y="6082472"/>
                </a:cubicBezTo>
                <a:lnTo>
                  <a:pt x="4092230" y="6083737"/>
                </a:lnTo>
                <a:lnTo>
                  <a:pt x="4072646" y="6083192"/>
                </a:lnTo>
                <a:lnTo>
                  <a:pt x="4065392" y="6090055"/>
                </a:lnTo>
                <a:lnTo>
                  <a:pt x="4034674" y="6094262"/>
                </a:lnTo>
                <a:cubicBezTo>
                  <a:pt x="4023438" y="6094753"/>
                  <a:pt x="4011659" y="6094013"/>
                  <a:pt x="3999109" y="6091300"/>
                </a:cubicBezTo>
                <a:cubicBezTo>
                  <a:pt x="3960965" y="6070220"/>
                  <a:pt x="3878759" y="6097089"/>
                  <a:pt x="3832245" y="6069403"/>
                </a:cubicBezTo>
                <a:cubicBezTo>
                  <a:pt x="3780875" y="6064935"/>
                  <a:pt x="3723613" y="6065226"/>
                  <a:pt x="3690889" y="6064489"/>
                </a:cubicBezTo>
                <a:cubicBezTo>
                  <a:pt x="3674068" y="6075123"/>
                  <a:pt x="3636813" y="6049759"/>
                  <a:pt x="3635899" y="6064980"/>
                </a:cubicBezTo>
                <a:lnTo>
                  <a:pt x="3620576" y="6070271"/>
                </a:lnTo>
                <a:lnTo>
                  <a:pt x="3604087" y="6064439"/>
                </a:lnTo>
                <a:cubicBezTo>
                  <a:pt x="3590166" y="6069757"/>
                  <a:pt x="3579308" y="6073243"/>
                  <a:pt x="3568387" y="6069146"/>
                </a:cubicBezTo>
                <a:lnTo>
                  <a:pt x="3503818" y="6089506"/>
                </a:lnTo>
                <a:cubicBezTo>
                  <a:pt x="3510915" y="6100196"/>
                  <a:pt x="3472416" y="6088681"/>
                  <a:pt x="3466246" y="6098777"/>
                </a:cubicBezTo>
                <a:cubicBezTo>
                  <a:pt x="3462890" y="6107015"/>
                  <a:pt x="3450430" y="6105442"/>
                  <a:pt x="3440422" y="6107901"/>
                </a:cubicBezTo>
                <a:cubicBezTo>
                  <a:pt x="3432391" y="6116010"/>
                  <a:pt x="3383132" y="6120663"/>
                  <a:pt x="3366542" y="6118330"/>
                </a:cubicBezTo>
                <a:cubicBezTo>
                  <a:pt x="3311828" y="6124732"/>
                  <a:pt x="3277604" y="6138667"/>
                  <a:pt x="3240669" y="6130264"/>
                </a:cubicBezTo>
                <a:cubicBezTo>
                  <a:pt x="3230661" y="6130422"/>
                  <a:pt x="3222184" y="6131822"/>
                  <a:pt x="3214708" y="6133988"/>
                </a:cubicBezTo>
                <a:lnTo>
                  <a:pt x="3194214" y="6147821"/>
                </a:lnTo>
                <a:lnTo>
                  <a:pt x="3180468" y="6150623"/>
                </a:lnTo>
                <a:lnTo>
                  <a:pt x="3177508" y="6152351"/>
                </a:lnTo>
                <a:cubicBezTo>
                  <a:pt x="3171873" y="6155673"/>
                  <a:pt x="3166158" y="6158806"/>
                  <a:pt x="3159834" y="6161276"/>
                </a:cubicBezTo>
                <a:cubicBezTo>
                  <a:pt x="3135185" y="6159416"/>
                  <a:pt x="3121213" y="6160394"/>
                  <a:pt x="3104835" y="6155927"/>
                </a:cubicBezTo>
                <a:cubicBezTo>
                  <a:pt x="3067805" y="6165414"/>
                  <a:pt x="3078432" y="6141523"/>
                  <a:pt x="3051373" y="6169421"/>
                </a:cubicBezTo>
                <a:cubicBezTo>
                  <a:pt x="2978033" y="6169169"/>
                  <a:pt x="2947947" y="6220998"/>
                  <a:pt x="2877306" y="6208324"/>
                </a:cubicBezTo>
                <a:cubicBezTo>
                  <a:pt x="2821913" y="6217975"/>
                  <a:pt x="2762952" y="6223226"/>
                  <a:pt x="2719018" y="6227333"/>
                </a:cubicBezTo>
                <a:cubicBezTo>
                  <a:pt x="2639811" y="6232636"/>
                  <a:pt x="2504877" y="6234795"/>
                  <a:pt x="2454061" y="6236538"/>
                </a:cubicBezTo>
                <a:cubicBezTo>
                  <a:pt x="2403245" y="6238280"/>
                  <a:pt x="2420126" y="6239079"/>
                  <a:pt x="2414120" y="6237789"/>
                </a:cubicBezTo>
                <a:lnTo>
                  <a:pt x="2384765" y="6235638"/>
                </a:lnTo>
                <a:lnTo>
                  <a:pt x="2365600" y="6233135"/>
                </a:lnTo>
                <a:cubicBezTo>
                  <a:pt x="2356752" y="6235910"/>
                  <a:pt x="2350716" y="6235915"/>
                  <a:pt x="2345941" y="6234695"/>
                </a:cubicBezTo>
                <a:lnTo>
                  <a:pt x="2340941" y="6232305"/>
                </a:lnTo>
                <a:lnTo>
                  <a:pt x="2327235" y="6232519"/>
                </a:lnTo>
                <a:lnTo>
                  <a:pt x="2299646" y="6230633"/>
                </a:lnTo>
                <a:lnTo>
                  <a:pt x="2295035" y="6232443"/>
                </a:lnTo>
                <a:lnTo>
                  <a:pt x="2268728" y="6240177"/>
                </a:lnTo>
                <a:cubicBezTo>
                  <a:pt x="2268628" y="6240521"/>
                  <a:pt x="2254084" y="6233657"/>
                  <a:pt x="2253984" y="6234001"/>
                </a:cubicBezTo>
                <a:cubicBezTo>
                  <a:pt x="2239122" y="6237048"/>
                  <a:pt x="2209108" y="6234931"/>
                  <a:pt x="2191113" y="6240434"/>
                </a:cubicBezTo>
                <a:lnTo>
                  <a:pt x="2146012" y="6259810"/>
                </a:lnTo>
                <a:cubicBezTo>
                  <a:pt x="2145973" y="6259892"/>
                  <a:pt x="2128598" y="6274390"/>
                  <a:pt x="2128560" y="6274472"/>
                </a:cubicBezTo>
                <a:cubicBezTo>
                  <a:pt x="2126838" y="6275117"/>
                  <a:pt x="2124109" y="6275530"/>
                  <a:pt x="2119778" y="6275665"/>
                </a:cubicBezTo>
                <a:lnTo>
                  <a:pt x="2110434" y="6282700"/>
                </a:lnTo>
                <a:lnTo>
                  <a:pt x="2081418" y="6289059"/>
                </a:lnTo>
                <a:lnTo>
                  <a:pt x="2088526" y="6281659"/>
                </a:lnTo>
                <a:cubicBezTo>
                  <a:pt x="2076371" y="6277676"/>
                  <a:pt x="2071903" y="6270803"/>
                  <a:pt x="2059717" y="6292002"/>
                </a:cubicBezTo>
                <a:cubicBezTo>
                  <a:pt x="2032291" y="6286224"/>
                  <a:pt x="2028634" y="6298813"/>
                  <a:pt x="1993045" y="6306390"/>
                </a:cubicBezTo>
                <a:cubicBezTo>
                  <a:pt x="1976971" y="6300063"/>
                  <a:pt x="1965178" y="6303922"/>
                  <a:pt x="1954075" y="6311066"/>
                </a:cubicBezTo>
                <a:cubicBezTo>
                  <a:pt x="1918456" y="6310689"/>
                  <a:pt x="1887456" y="6322102"/>
                  <a:pt x="1848190" y="6327771"/>
                </a:cubicBezTo>
                <a:lnTo>
                  <a:pt x="1737951" y="6344513"/>
                </a:lnTo>
                <a:lnTo>
                  <a:pt x="1696709" y="6346605"/>
                </a:lnTo>
                <a:cubicBezTo>
                  <a:pt x="1692504" y="6346100"/>
                  <a:pt x="1663837" y="6347211"/>
                  <a:pt x="1661872" y="6347587"/>
                </a:cubicBezTo>
                <a:lnTo>
                  <a:pt x="1655864" y="6347808"/>
                </a:lnTo>
                <a:lnTo>
                  <a:pt x="1633028" y="6358060"/>
                </a:lnTo>
                <a:cubicBezTo>
                  <a:pt x="1618899" y="6356602"/>
                  <a:pt x="1619623" y="6369112"/>
                  <a:pt x="1606576" y="6366899"/>
                </a:cubicBezTo>
                <a:lnTo>
                  <a:pt x="1461291" y="6379054"/>
                </a:lnTo>
                <a:lnTo>
                  <a:pt x="1428798" y="6379606"/>
                </a:lnTo>
                <a:cubicBezTo>
                  <a:pt x="1424834" y="6377722"/>
                  <a:pt x="1419064" y="6376842"/>
                  <a:pt x="1409244" y="6378241"/>
                </a:cubicBezTo>
                <a:lnTo>
                  <a:pt x="1406951" y="6379043"/>
                </a:lnTo>
                <a:lnTo>
                  <a:pt x="1391002" y="6374347"/>
                </a:lnTo>
                <a:cubicBezTo>
                  <a:pt x="1385899" y="6372215"/>
                  <a:pt x="1381417" y="6369535"/>
                  <a:pt x="1377852" y="6366097"/>
                </a:cubicBezTo>
                <a:cubicBezTo>
                  <a:pt x="1352108" y="6365458"/>
                  <a:pt x="1267249" y="6359383"/>
                  <a:pt x="1239424" y="6359700"/>
                </a:cubicBezTo>
                <a:cubicBezTo>
                  <a:pt x="1211599" y="6360016"/>
                  <a:pt x="1221978" y="6361392"/>
                  <a:pt x="1208014" y="6357188"/>
                </a:cubicBezTo>
                <a:lnTo>
                  <a:pt x="1152751" y="6345283"/>
                </a:lnTo>
                <a:lnTo>
                  <a:pt x="949771" y="6335308"/>
                </a:lnTo>
                <a:cubicBezTo>
                  <a:pt x="888502" y="6312655"/>
                  <a:pt x="822682" y="6331858"/>
                  <a:pt x="752723" y="6320875"/>
                </a:cubicBezTo>
                <a:cubicBezTo>
                  <a:pt x="697396" y="6317271"/>
                  <a:pt x="686655" y="6275609"/>
                  <a:pt x="665167" y="6275293"/>
                </a:cubicBezTo>
                <a:cubicBezTo>
                  <a:pt x="657908" y="6276764"/>
                  <a:pt x="625159" y="6270979"/>
                  <a:pt x="618141" y="6273378"/>
                </a:cubicBezTo>
                <a:cubicBezTo>
                  <a:pt x="606112" y="6250236"/>
                  <a:pt x="628751" y="6263137"/>
                  <a:pt x="596498" y="6261621"/>
                </a:cubicBezTo>
                <a:cubicBezTo>
                  <a:pt x="598654" y="6267969"/>
                  <a:pt x="583476" y="6241875"/>
                  <a:pt x="568296" y="6259035"/>
                </a:cubicBezTo>
                <a:lnTo>
                  <a:pt x="550874" y="6247808"/>
                </a:lnTo>
                <a:lnTo>
                  <a:pt x="521056" y="6251759"/>
                </a:lnTo>
                <a:cubicBezTo>
                  <a:pt x="512844" y="6252767"/>
                  <a:pt x="496898" y="6238469"/>
                  <a:pt x="487255" y="6237156"/>
                </a:cubicBezTo>
                <a:cubicBezTo>
                  <a:pt x="449168" y="6235869"/>
                  <a:pt x="452372" y="6218847"/>
                  <a:pt x="431825" y="6228675"/>
                </a:cubicBezTo>
                <a:cubicBezTo>
                  <a:pt x="409674" y="6239271"/>
                  <a:pt x="353899" y="6202116"/>
                  <a:pt x="346639" y="6209624"/>
                </a:cubicBezTo>
                <a:cubicBezTo>
                  <a:pt x="335776" y="6218525"/>
                  <a:pt x="269484" y="6176632"/>
                  <a:pt x="271007" y="6188053"/>
                </a:cubicBezTo>
                <a:cubicBezTo>
                  <a:pt x="223668" y="6157668"/>
                  <a:pt x="207158" y="6173403"/>
                  <a:pt x="189996" y="6162482"/>
                </a:cubicBezTo>
                <a:cubicBezTo>
                  <a:pt x="167941" y="6147838"/>
                  <a:pt x="134526" y="6155297"/>
                  <a:pt x="121342" y="6139836"/>
                </a:cubicBezTo>
                <a:cubicBezTo>
                  <a:pt x="108158" y="6124375"/>
                  <a:pt x="113782" y="6146084"/>
                  <a:pt x="90669" y="6116573"/>
                </a:cubicBezTo>
                <a:cubicBezTo>
                  <a:pt x="76705" y="6097951"/>
                  <a:pt x="64226" y="6077165"/>
                  <a:pt x="49115" y="6053333"/>
                </a:cubicBezTo>
                <a:cubicBezTo>
                  <a:pt x="34004" y="6029501"/>
                  <a:pt x="12038" y="6070748"/>
                  <a:pt x="0" y="602404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99812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CC4BDB-5B81-4023-B967-7DF04BC13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7DDA60-BBF9-AA61-6011-789A6C550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61"/>
          <a:stretch>
            <a:fillRect/>
          </a:stretch>
        </p:blipFill>
        <p:spPr>
          <a:xfrm>
            <a:off x="2" y="10"/>
            <a:ext cx="12191271" cy="6857989"/>
          </a:xfrm>
          <a:custGeom>
            <a:avLst/>
            <a:gdLst/>
            <a:ahLst/>
            <a:cxnLst/>
            <a:rect l="l" t="t" r="r" b="b"/>
            <a:pathLst>
              <a:path w="12191271" h="6850048">
                <a:moveTo>
                  <a:pt x="636938" y="0"/>
                </a:moveTo>
                <a:lnTo>
                  <a:pt x="12191271" y="0"/>
                </a:lnTo>
                <a:lnTo>
                  <a:pt x="12191271" y="34"/>
                </a:lnTo>
                <a:lnTo>
                  <a:pt x="12188836" y="26696"/>
                </a:lnTo>
                <a:cubicBezTo>
                  <a:pt x="12159738" y="43228"/>
                  <a:pt x="12151834" y="118002"/>
                  <a:pt x="12131136" y="168244"/>
                </a:cubicBezTo>
                <a:cubicBezTo>
                  <a:pt x="12124808" y="199505"/>
                  <a:pt x="12149886" y="254732"/>
                  <a:pt x="12134482" y="260696"/>
                </a:cubicBezTo>
                <a:cubicBezTo>
                  <a:pt x="12141738" y="278745"/>
                  <a:pt x="12126232" y="287417"/>
                  <a:pt x="12123358" y="303160"/>
                </a:cubicBezTo>
                <a:cubicBezTo>
                  <a:pt x="12127622" y="318147"/>
                  <a:pt x="12122174" y="322795"/>
                  <a:pt x="12119930" y="334153"/>
                </a:cubicBezTo>
                <a:cubicBezTo>
                  <a:pt x="12122824" y="340739"/>
                  <a:pt x="12121652" y="350621"/>
                  <a:pt x="12117292" y="352523"/>
                </a:cubicBezTo>
                <a:cubicBezTo>
                  <a:pt x="12108502" y="344302"/>
                  <a:pt x="12109672" y="380554"/>
                  <a:pt x="12103022" y="380764"/>
                </a:cubicBezTo>
                <a:cubicBezTo>
                  <a:pt x="12099682" y="400323"/>
                  <a:pt x="12099092" y="490383"/>
                  <a:pt x="12087384" y="501357"/>
                </a:cubicBezTo>
                <a:cubicBezTo>
                  <a:pt x="12078470" y="540103"/>
                  <a:pt x="12088892" y="604695"/>
                  <a:pt x="12086884" y="621818"/>
                </a:cubicBezTo>
                <a:cubicBezTo>
                  <a:pt x="12103872" y="645808"/>
                  <a:pt x="12046274" y="710838"/>
                  <a:pt x="12037912" y="783603"/>
                </a:cubicBezTo>
                <a:cubicBezTo>
                  <a:pt x="12038728" y="794128"/>
                  <a:pt x="12038178" y="799388"/>
                  <a:pt x="12033652" y="800460"/>
                </a:cubicBezTo>
                <a:cubicBezTo>
                  <a:pt x="12030680" y="822866"/>
                  <a:pt x="12018000" y="839465"/>
                  <a:pt x="12021616" y="857543"/>
                </a:cubicBezTo>
                <a:cubicBezTo>
                  <a:pt x="12012916" y="850673"/>
                  <a:pt x="12020790" y="891755"/>
                  <a:pt x="12011726" y="892266"/>
                </a:cubicBezTo>
                <a:cubicBezTo>
                  <a:pt x="12007210" y="905052"/>
                  <a:pt x="11997872" y="927582"/>
                  <a:pt x="11994512" y="934260"/>
                </a:cubicBezTo>
                <a:lnTo>
                  <a:pt x="11991560" y="932336"/>
                </a:lnTo>
                <a:lnTo>
                  <a:pt x="11990514" y="940487"/>
                </a:lnTo>
                <a:lnTo>
                  <a:pt x="11988602" y="958836"/>
                </a:lnTo>
                <a:cubicBezTo>
                  <a:pt x="11985966" y="966456"/>
                  <a:pt x="11975758" y="977088"/>
                  <a:pt x="11974700" y="986207"/>
                </a:cubicBezTo>
                <a:cubicBezTo>
                  <a:pt x="11970938" y="1004735"/>
                  <a:pt x="11977876" y="1007075"/>
                  <a:pt x="11982258" y="1013556"/>
                </a:cubicBezTo>
                <a:cubicBezTo>
                  <a:pt x="11981214" y="1026451"/>
                  <a:pt x="11971950" y="1050442"/>
                  <a:pt x="11968448" y="1063580"/>
                </a:cubicBezTo>
                <a:cubicBezTo>
                  <a:pt x="11964708" y="1069989"/>
                  <a:pt x="11969836" y="1093522"/>
                  <a:pt x="11961240" y="1092388"/>
                </a:cubicBezTo>
                <a:cubicBezTo>
                  <a:pt x="11960426" y="1105603"/>
                  <a:pt x="11958786" y="1112923"/>
                  <a:pt x="11957400" y="1120089"/>
                </a:cubicBezTo>
                <a:lnTo>
                  <a:pt x="11952458" y="1136369"/>
                </a:lnTo>
                <a:cubicBezTo>
                  <a:pt x="11950090" y="1140925"/>
                  <a:pt x="11948538" y="1146011"/>
                  <a:pt x="11948726" y="1152132"/>
                </a:cubicBezTo>
                <a:lnTo>
                  <a:pt x="11949742" y="1158140"/>
                </a:lnTo>
                <a:lnTo>
                  <a:pt x="11948154" y="1158608"/>
                </a:lnTo>
                <a:cubicBezTo>
                  <a:pt x="11945686" y="1158803"/>
                  <a:pt x="11928734" y="1161056"/>
                  <a:pt x="11927260" y="1180442"/>
                </a:cubicBezTo>
                <a:cubicBezTo>
                  <a:pt x="11921496" y="1192709"/>
                  <a:pt x="11919204" y="1203402"/>
                  <a:pt x="11915994" y="1221353"/>
                </a:cubicBezTo>
                <a:cubicBezTo>
                  <a:pt x="11915516" y="1232713"/>
                  <a:pt x="11926308" y="1235102"/>
                  <a:pt x="11924388" y="1248604"/>
                </a:cubicBezTo>
                <a:cubicBezTo>
                  <a:pt x="11911346" y="1301115"/>
                  <a:pt x="11929638" y="1279167"/>
                  <a:pt x="11916648" y="1307095"/>
                </a:cubicBezTo>
                <a:cubicBezTo>
                  <a:pt x="11915436" y="1312439"/>
                  <a:pt x="11915606" y="1317191"/>
                  <a:pt x="11916360" y="1321583"/>
                </a:cubicBezTo>
                <a:lnTo>
                  <a:pt x="11918132" y="1328373"/>
                </a:lnTo>
                <a:lnTo>
                  <a:pt x="11911374" y="1349635"/>
                </a:lnTo>
                <a:cubicBezTo>
                  <a:pt x="11908688" y="1360345"/>
                  <a:pt x="11906470" y="1371840"/>
                  <a:pt x="11904778" y="1383852"/>
                </a:cubicBezTo>
                <a:cubicBezTo>
                  <a:pt x="11907652" y="1387748"/>
                  <a:pt x="11902226" y="1395665"/>
                  <a:pt x="11900890" y="1399838"/>
                </a:cubicBezTo>
                <a:cubicBezTo>
                  <a:pt x="11902940" y="1400643"/>
                  <a:pt x="11902928" y="1410976"/>
                  <a:pt x="11900874" y="1413889"/>
                </a:cubicBezTo>
                <a:cubicBezTo>
                  <a:pt x="11886092" y="1485537"/>
                  <a:pt x="11909474" y="1450776"/>
                  <a:pt x="11893500" y="1491153"/>
                </a:cubicBezTo>
                <a:cubicBezTo>
                  <a:pt x="11892154" y="1498399"/>
                  <a:pt x="11892622" y="1504376"/>
                  <a:pt x="11893858" y="1509677"/>
                </a:cubicBezTo>
                <a:lnTo>
                  <a:pt x="11897264" y="1519651"/>
                </a:lnTo>
                <a:lnTo>
                  <a:pt x="11895090" y="1525679"/>
                </a:lnTo>
                <a:cubicBezTo>
                  <a:pt x="11892484" y="1550498"/>
                  <a:pt x="11896104" y="1559433"/>
                  <a:pt x="11890274" y="1572282"/>
                </a:cubicBezTo>
                <a:cubicBezTo>
                  <a:pt x="11897250" y="1597020"/>
                  <a:pt x="11889764" y="1586796"/>
                  <a:pt x="11886744" y="1602539"/>
                </a:cubicBezTo>
                <a:cubicBezTo>
                  <a:pt x="11883642" y="1614697"/>
                  <a:pt x="11882502" y="1589859"/>
                  <a:pt x="11880728" y="1602238"/>
                </a:cubicBezTo>
                <a:cubicBezTo>
                  <a:pt x="11881720" y="1616707"/>
                  <a:pt x="11874476" y="1613372"/>
                  <a:pt x="11875940" y="1628576"/>
                </a:cubicBezTo>
                <a:cubicBezTo>
                  <a:pt x="11881788" y="1627172"/>
                  <a:pt x="11872080" y="1656092"/>
                  <a:pt x="11876794" y="1658841"/>
                </a:cubicBezTo>
                <a:lnTo>
                  <a:pt x="11876694" y="1659046"/>
                </a:lnTo>
                <a:cubicBezTo>
                  <a:pt x="11866634" y="1667627"/>
                  <a:pt x="11851866" y="1763404"/>
                  <a:pt x="11841806" y="1771984"/>
                </a:cubicBezTo>
                <a:cubicBezTo>
                  <a:pt x="11810410" y="1824881"/>
                  <a:pt x="11780100" y="1952023"/>
                  <a:pt x="11765636" y="2016516"/>
                </a:cubicBezTo>
                <a:cubicBezTo>
                  <a:pt x="11751172" y="2081009"/>
                  <a:pt x="11756430" y="2114985"/>
                  <a:pt x="11755018" y="2158942"/>
                </a:cubicBezTo>
                <a:lnTo>
                  <a:pt x="11756288" y="2240371"/>
                </a:lnTo>
                <a:lnTo>
                  <a:pt x="11751858" y="2253578"/>
                </a:lnTo>
                <a:cubicBezTo>
                  <a:pt x="11750642" y="2255242"/>
                  <a:pt x="11750294" y="2257858"/>
                  <a:pt x="11752262" y="2273603"/>
                </a:cubicBezTo>
                <a:cubicBezTo>
                  <a:pt x="11740738" y="2308149"/>
                  <a:pt x="11737736" y="2368195"/>
                  <a:pt x="11722998" y="2393147"/>
                </a:cubicBezTo>
                <a:cubicBezTo>
                  <a:pt x="11727870" y="2391170"/>
                  <a:pt x="11729790" y="2408227"/>
                  <a:pt x="11726462" y="2418325"/>
                </a:cubicBezTo>
                <a:cubicBezTo>
                  <a:pt x="11745428" y="2412080"/>
                  <a:pt x="11706204" y="2455637"/>
                  <a:pt x="11717312" y="2469703"/>
                </a:cubicBezTo>
                <a:cubicBezTo>
                  <a:pt x="11706060" y="2466046"/>
                  <a:pt x="11682162" y="2507996"/>
                  <a:pt x="11689052" y="2534428"/>
                </a:cubicBezTo>
                <a:cubicBezTo>
                  <a:pt x="11683298" y="2568704"/>
                  <a:pt x="11671550" y="2590146"/>
                  <a:pt x="11671572" y="2628315"/>
                </a:cubicBezTo>
                <a:cubicBezTo>
                  <a:pt x="11669958" y="2628904"/>
                  <a:pt x="11668516" y="2630315"/>
                  <a:pt x="11667202" y="2632291"/>
                </a:cubicBezTo>
                <a:lnTo>
                  <a:pt x="11663792" y="2639275"/>
                </a:lnTo>
                <a:lnTo>
                  <a:pt x="11663828" y="2640882"/>
                </a:lnTo>
                <a:cubicBezTo>
                  <a:pt x="11663260" y="2646928"/>
                  <a:pt x="11662318" y="2649787"/>
                  <a:pt x="11661216" y="2651232"/>
                </a:cubicBezTo>
                <a:lnTo>
                  <a:pt x="11659736" y="2651998"/>
                </a:lnTo>
                <a:lnTo>
                  <a:pt x="11657658" y="2658628"/>
                </a:lnTo>
                <a:lnTo>
                  <a:pt x="11652798" y="2670425"/>
                </a:lnTo>
                <a:lnTo>
                  <a:pt x="11652608" y="2673819"/>
                </a:lnTo>
                <a:lnTo>
                  <a:pt x="11646398" y="2693461"/>
                </a:lnTo>
                <a:lnTo>
                  <a:pt x="11646654" y="2694295"/>
                </a:lnTo>
                <a:cubicBezTo>
                  <a:pt x="11647086" y="2696613"/>
                  <a:pt x="11647138" y="2699170"/>
                  <a:pt x="11646396" y="2702293"/>
                </a:cubicBezTo>
                <a:cubicBezTo>
                  <a:pt x="11652536" y="2705759"/>
                  <a:pt x="11647852" y="2707391"/>
                  <a:pt x="11645122" y="2716295"/>
                </a:cubicBezTo>
                <a:cubicBezTo>
                  <a:pt x="11654048" y="2723663"/>
                  <a:pt x="11643268" y="2743972"/>
                  <a:pt x="11646406" y="2755554"/>
                </a:cubicBezTo>
                <a:cubicBezTo>
                  <a:pt x="11644200" y="2761932"/>
                  <a:pt x="11642026" y="2768809"/>
                  <a:pt x="11639970" y="2776095"/>
                </a:cubicBezTo>
                <a:lnTo>
                  <a:pt x="11638858" y="2780546"/>
                </a:lnTo>
                <a:lnTo>
                  <a:pt x="11638912" y="2780766"/>
                </a:lnTo>
                <a:cubicBezTo>
                  <a:pt x="11638832" y="2782014"/>
                  <a:pt x="11638528" y="2783583"/>
                  <a:pt x="11637890" y="2785722"/>
                </a:cubicBezTo>
                <a:lnTo>
                  <a:pt x="11636832" y="2788662"/>
                </a:lnTo>
                <a:lnTo>
                  <a:pt x="11634674" y="2797295"/>
                </a:lnTo>
                <a:lnTo>
                  <a:pt x="11634434" y="2801139"/>
                </a:lnTo>
                <a:cubicBezTo>
                  <a:pt x="11635286" y="2816294"/>
                  <a:pt x="11647702" y="2823339"/>
                  <a:pt x="11638528" y="2839295"/>
                </a:cubicBezTo>
                <a:cubicBezTo>
                  <a:pt x="11636094" y="2865138"/>
                  <a:pt x="11641034" y="2884181"/>
                  <a:pt x="11634070" y="2906237"/>
                </a:cubicBezTo>
                <a:cubicBezTo>
                  <a:pt x="11631818" y="2930445"/>
                  <a:pt x="11632514" y="2952380"/>
                  <a:pt x="11628506" y="2972091"/>
                </a:cubicBezTo>
                <a:cubicBezTo>
                  <a:pt x="11629844" y="2981191"/>
                  <a:pt x="11625508" y="2988486"/>
                  <a:pt x="11625932" y="2995729"/>
                </a:cubicBezTo>
                <a:cubicBezTo>
                  <a:pt x="11626358" y="3002972"/>
                  <a:pt x="11636102" y="3002605"/>
                  <a:pt x="11631060" y="3015551"/>
                </a:cubicBezTo>
                <a:cubicBezTo>
                  <a:pt x="11639036" y="3026970"/>
                  <a:pt x="11634852" y="3046550"/>
                  <a:pt x="11634862" y="3052653"/>
                </a:cubicBezTo>
                <a:lnTo>
                  <a:pt x="11638472" y="3085161"/>
                </a:lnTo>
                <a:lnTo>
                  <a:pt x="11617590" y="3113393"/>
                </a:lnTo>
                <a:cubicBezTo>
                  <a:pt x="11621846" y="3121866"/>
                  <a:pt x="11613122" y="3148828"/>
                  <a:pt x="11622718" y="3149063"/>
                </a:cubicBezTo>
                <a:cubicBezTo>
                  <a:pt x="11620874" y="3159401"/>
                  <a:pt x="11616380" y="3164407"/>
                  <a:pt x="11622820" y="3163072"/>
                </a:cubicBezTo>
                <a:cubicBezTo>
                  <a:pt x="11622276" y="3170605"/>
                  <a:pt x="11620826" y="3184783"/>
                  <a:pt x="11619438" y="3194257"/>
                </a:cubicBezTo>
                <a:lnTo>
                  <a:pt x="11614494" y="3219915"/>
                </a:lnTo>
                <a:lnTo>
                  <a:pt x="11613098" y="3221731"/>
                </a:lnTo>
                <a:cubicBezTo>
                  <a:pt x="11612634" y="3224213"/>
                  <a:pt x="11612392" y="3231115"/>
                  <a:pt x="11611708" y="3234801"/>
                </a:cubicBezTo>
                <a:lnTo>
                  <a:pt x="11609006" y="3243851"/>
                </a:lnTo>
                <a:cubicBezTo>
                  <a:pt x="11607894" y="3246676"/>
                  <a:pt x="11606598" y="3249062"/>
                  <a:pt x="11605054" y="3250812"/>
                </a:cubicBezTo>
                <a:cubicBezTo>
                  <a:pt x="11608816" y="3286401"/>
                  <a:pt x="11599242" y="3315146"/>
                  <a:pt x="11596882" y="3351401"/>
                </a:cubicBezTo>
                <a:cubicBezTo>
                  <a:pt x="11606320" y="3370932"/>
                  <a:pt x="11574486" y="3407777"/>
                  <a:pt x="11562942" y="3412738"/>
                </a:cubicBezTo>
                <a:cubicBezTo>
                  <a:pt x="11558508" y="3443835"/>
                  <a:pt x="11567878" y="3479425"/>
                  <a:pt x="11562930" y="3515212"/>
                </a:cubicBezTo>
                <a:lnTo>
                  <a:pt x="11545452" y="3647527"/>
                </a:lnTo>
                <a:cubicBezTo>
                  <a:pt x="11538634" y="3726778"/>
                  <a:pt x="11536610" y="3789073"/>
                  <a:pt x="11537114" y="3864465"/>
                </a:cubicBezTo>
                <a:cubicBezTo>
                  <a:pt x="11537618" y="3939858"/>
                  <a:pt x="11535598" y="4034053"/>
                  <a:pt x="11548476" y="4099881"/>
                </a:cubicBezTo>
                <a:lnTo>
                  <a:pt x="11552432" y="4165133"/>
                </a:lnTo>
                <a:lnTo>
                  <a:pt x="11552732" y="4173457"/>
                </a:lnTo>
                <a:cubicBezTo>
                  <a:pt x="11546540" y="4200651"/>
                  <a:pt x="11557802" y="4228513"/>
                  <a:pt x="11553200" y="4250383"/>
                </a:cubicBezTo>
                <a:cubicBezTo>
                  <a:pt x="11552922" y="4256452"/>
                  <a:pt x="11553192" y="4261667"/>
                  <a:pt x="11553798" y="4266324"/>
                </a:cubicBezTo>
                <a:lnTo>
                  <a:pt x="11556298" y="4278290"/>
                </a:lnTo>
                <a:lnTo>
                  <a:pt x="11558608" y="4279552"/>
                </a:lnTo>
                <a:lnTo>
                  <a:pt x="11559256" y="4288041"/>
                </a:lnTo>
                <a:lnTo>
                  <a:pt x="11559842" y="4289935"/>
                </a:lnTo>
                <a:cubicBezTo>
                  <a:pt x="11559766" y="4297619"/>
                  <a:pt x="11558376" y="4321255"/>
                  <a:pt x="11558794" y="4334153"/>
                </a:cubicBezTo>
                <a:cubicBezTo>
                  <a:pt x="11561310" y="4357137"/>
                  <a:pt x="11552162" y="4349289"/>
                  <a:pt x="11562346" y="4367326"/>
                </a:cubicBezTo>
                <a:cubicBezTo>
                  <a:pt x="11559750" y="4411719"/>
                  <a:pt x="11572402" y="4426587"/>
                  <a:pt x="11564954" y="4468612"/>
                </a:cubicBezTo>
                <a:cubicBezTo>
                  <a:pt x="11563988" y="4505670"/>
                  <a:pt x="11581512" y="4533280"/>
                  <a:pt x="11580786" y="4546196"/>
                </a:cubicBezTo>
                <a:cubicBezTo>
                  <a:pt x="11581754" y="4580683"/>
                  <a:pt x="11563866" y="4624484"/>
                  <a:pt x="11563432" y="4665534"/>
                </a:cubicBezTo>
                <a:cubicBezTo>
                  <a:pt x="11565794" y="4700759"/>
                  <a:pt x="11560190" y="4735452"/>
                  <a:pt x="11568406" y="4764690"/>
                </a:cubicBezTo>
                <a:cubicBezTo>
                  <a:pt x="11567130" y="4767647"/>
                  <a:pt x="11566180" y="4770968"/>
                  <a:pt x="11565462" y="4774527"/>
                </a:cubicBezTo>
                <a:lnTo>
                  <a:pt x="11564000" y="4785178"/>
                </a:lnTo>
                <a:lnTo>
                  <a:pt x="11564328" y="4798347"/>
                </a:lnTo>
                <a:lnTo>
                  <a:pt x="11563206" y="4801234"/>
                </a:lnTo>
                <a:lnTo>
                  <a:pt x="11561136" y="4826142"/>
                </a:lnTo>
                <a:lnTo>
                  <a:pt x="11561700" y="4829040"/>
                </a:lnTo>
                <a:lnTo>
                  <a:pt x="11560522" y="4853748"/>
                </a:lnTo>
                <a:lnTo>
                  <a:pt x="11560924" y="4853991"/>
                </a:lnTo>
                <a:cubicBezTo>
                  <a:pt x="11561796" y="4855098"/>
                  <a:pt x="11562390" y="4856978"/>
                  <a:pt x="11562416" y="4860528"/>
                </a:cubicBezTo>
                <a:cubicBezTo>
                  <a:pt x="11568496" y="4853650"/>
                  <a:pt x="11564776" y="4862172"/>
                  <a:pt x="11564316" y="4873245"/>
                </a:cubicBezTo>
                <a:lnTo>
                  <a:pt x="11572682" y="4927107"/>
                </a:lnTo>
                <a:lnTo>
                  <a:pt x="11572672" y="4932248"/>
                </a:lnTo>
                <a:cubicBezTo>
                  <a:pt x="11572704" y="4932275"/>
                  <a:pt x="11572734" y="4932305"/>
                  <a:pt x="11572766" y="4932333"/>
                </a:cubicBezTo>
                <a:cubicBezTo>
                  <a:pt x="11572964" y="4933414"/>
                  <a:pt x="11573036" y="4935090"/>
                  <a:pt x="11572942" y="4937721"/>
                </a:cubicBezTo>
                <a:lnTo>
                  <a:pt x="11577402" y="4975055"/>
                </a:lnTo>
                <a:cubicBezTo>
                  <a:pt x="11574168" y="4991322"/>
                  <a:pt x="11579054" y="4994280"/>
                  <a:pt x="11580860" y="5016279"/>
                </a:cubicBezTo>
                <a:cubicBezTo>
                  <a:pt x="11577794" y="5025639"/>
                  <a:pt x="11578930" y="5033009"/>
                  <a:pt x="11581396" y="5040153"/>
                </a:cubicBezTo>
                <a:cubicBezTo>
                  <a:pt x="11580034" y="5061698"/>
                  <a:pt x="11583522" y="5081146"/>
                  <a:pt x="11584442" y="5105259"/>
                </a:cubicBezTo>
                <a:cubicBezTo>
                  <a:pt x="11580512" y="5131545"/>
                  <a:pt x="11587750" y="5144617"/>
                  <a:pt x="11588702" y="5170388"/>
                </a:cubicBezTo>
                <a:cubicBezTo>
                  <a:pt x="11581846" y="5193034"/>
                  <a:pt x="11594798" y="5188571"/>
                  <a:pt x="11597568" y="5201681"/>
                </a:cubicBezTo>
                <a:lnTo>
                  <a:pt x="11596842" y="5215195"/>
                </a:lnTo>
                <a:lnTo>
                  <a:pt x="11596192" y="5218814"/>
                </a:lnTo>
                <a:cubicBezTo>
                  <a:pt x="11595848" y="5221331"/>
                  <a:pt x="11595754" y="5223032"/>
                  <a:pt x="11595836" y="5224243"/>
                </a:cubicBezTo>
                <a:lnTo>
                  <a:pt x="11595408" y="5229443"/>
                </a:lnTo>
                <a:cubicBezTo>
                  <a:pt x="11594346" y="5237912"/>
                  <a:pt x="11593122" y="5246108"/>
                  <a:pt x="11591796" y="5253878"/>
                </a:cubicBezTo>
                <a:cubicBezTo>
                  <a:pt x="11596328" y="5261714"/>
                  <a:pt x="11588472" y="5289750"/>
                  <a:pt x="11598078" y="5288650"/>
                </a:cubicBezTo>
                <a:cubicBezTo>
                  <a:pt x="11596572" y="5299191"/>
                  <a:pt x="11592238" y="5304794"/>
                  <a:pt x="11598640" y="5302571"/>
                </a:cubicBezTo>
                <a:cubicBezTo>
                  <a:pt x="11598320" y="5306080"/>
                  <a:pt x="11598696" y="5308372"/>
                  <a:pt x="11599412" y="5310113"/>
                </a:cubicBezTo>
                <a:lnTo>
                  <a:pt x="11599768" y="5310652"/>
                </a:lnTo>
                <a:lnTo>
                  <a:pt x="11593310" y="5352392"/>
                </a:lnTo>
                <a:lnTo>
                  <a:pt x="11592144" y="5360280"/>
                </a:lnTo>
                <a:lnTo>
                  <a:pt x="11589598" y="5374040"/>
                </a:lnTo>
                <a:lnTo>
                  <a:pt x="11589840" y="5375477"/>
                </a:lnTo>
                <a:lnTo>
                  <a:pt x="11587428" y="5384856"/>
                </a:lnTo>
                <a:cubicBezTo>
                  <a:pt x="11586404" y="5387820"/>
                  <a:pt x="11585186" y="5390375"/>
                  <a:pt x="11583696" y="5392331"/>
                </a:cubicBezTo>
                <a:cubicBezTo>
                  <a:pt x="11588614" y="5427214"/>
                  <a:pt x="11579964" y="5457140"/>
                  <a:pt x="11578774" y="5493537"/>
                </a:cubicBezTo>
                <a:cubicBezTo>
                  <a:pt x="11574386" y="5533576"/>
                  <a:pt x="11562428" y="5590359"/>
                  <a:pt x="11557362" y="5632561"/>
                </a:cubicBezTo>
                <a:lnTo>
                  <a:pt x="11548380" y="5746753"/>
                </a:lnTo>
                <a:cubicBezTo>
                  <a:pt x="11556238" y="5772089"/>
                  <a:pt x="11550878" y="5798350"/>
                  <a:pt x="11551024" y="5822826"/>
                </a:cubicBezTo>
                <a:cubicBezTo>
                  <a:pt x="11542796" y="5814291"/>
                  <a:pt x="11553924" y="5853157"/>
                  <a:pt x="11544052" y="5852276"/>
                </a:cubicBezTo>
                <a:cubicBezTo>
                  <a:pt x="11544390" y="5856758"/>
                  <a:pt x="11545032" y="5861128"/>
                  <a:pt x="11545748" y="5865520"/>
                </a:cubicBezTo>
                <a:lnTo>
                  <a:pt x="11546116" y="5867822"/>
                </a:lnTo>
                <a:lnTo>
                  <a:pt x="11545906" y="5876651"/>
                </a:lnTo>
                <a:lnTo>
                  <a:pt x="11547962" y="5879618"/>
                </a:lnTo>
                <a:lnTo>
                  <a:pt x="11549160" y="5893249"/>
                </a:lnTo>
                <a:cubicBezTo>
                  <a:pt x="11549282" y="5898280"/>
                  <a:pt x="11549030" y="5903609"/>
                  <a:pt x="11548180" y="5909369"/>
                </a:cubicBezTo>
                <a:cubicBezTo>
                  <a:pt x="11541720" y="5927436"/>
                  <a:pt x="11549640" y="5963239"/>
                  <a:pt x="11541162" y="5985355"/>
                </a:cubicBezTo>
                <a:cubicBezTo>
                  <a:pt x="11538794" y="5993983"/>
                  <a:pt x="11531140" y="6003419"/>
                  <a:pt x="11533408" y="6010880"/>
                </a:cubicBezTo>
                <a:cubicBezTo>
                  <a:pt x="11533384" y="6032967"/>
                  <a:pt x="11540672" y="6093692"/>
                  <a:pt x="11541022" y="6117880"/>
                </a:cubicBezTo>
                <a:cubicBezTo>
                  <a:pt x="11536010" y="6127417"/>
                  <a:pt x="11542236" y="6147591"/>
                  <a:pt x="11540416" y="6176296"/>
                </a:cubicBezTo>
                <a:cubicBezTo>
                  <a:pt x="11533696" y="6193575"/>
                  <a:pt x="11520672" y="6223706"/>
                  <a:pt x="11515330" y="6241549"/>
                </a:cubicBezTo>
                <a:cubicBezTo>
                  <a:pt x="11509988" y="6259393"/>
                  <a:pt x="11506830" y="6256209"/>
                  <a:pt x="11508360" y="6283356"/>
                </a:cubicBezTo>
                <a:cubicBezTo>
                  <a:pt x="11496758" y="6317094"/>
                  <a:pt x="11506504" y="6340085"/>
                  <a:pt x="11502164" y="6370897"/>
                </a:cubicBezTo>
                <a:cubicBezTo>
                  <a:pt x="11498220" y="6406078"/>
                  <a:pt x="11505228" y="6378276"/>
                  <a:pt x="11493420" y="6419907"/>
                </a:cubicBezTo>
                <a:cubicBezTo>
                  <a:pt x="11496498" y="6425815"/>
                  <a:pt x="11498672" y="6444204"/>
                  <a:pt x="11496258" y="6453162"/>
                </a:cubicBezTo>
                <a:cubicBezTo>
                  <a:pt x="11496982" y="6471523"/>
                  <a:pt x="11512650" y="6498528"/>
                  <a:pt x="11512334" y="6514298"/>
                </a:cubicBezTo>
                <a:cubicBezTo>
                  <a:pt x="11512200" y="6527176"/>
                  <a:pt x="11507906" y="6505466"/>
                  <a:pt x="11506458" y="6519308"/>
                </a:cubicBezTo>
                <a:cubicBezTo>
                  <a:pt x="11505546" y="6536357"/>
                  <a:pt x="11496970" y="6533583"/>
                  <a:pt x="11506912" y="6550074"/>
                </a:cubicBezTo>
                <a:cubicBezTo>
                  <a:pt x="11502902" y="6566946"/>
                  <a:pt x="11507560" y="6571936"/>
                  <a:pt x="11508214" y="6596919"/>
                </a:cubicBezTo>
                <a:cubicBezTo>
                  <a:pt x="11504722" y="6606203"/>
                  <a:pt x="11505462" y="6614758"/>
                  <a:pt x="11507524" y="6623534"/>
                </a:cubicBezTo>
                <a:cubicBezTo>
                  <a:pt x="11505086" y="6646907"/>
                  <a:pt x="11507528" y="6669655"/>
                  <a:pt x="11507206" y="6696669"/>
                </a:cubicBezTo>
                <a:cubicBezTo>
                  <a:pt x="11501998" y="6724388"/>
                  <a:pt x="11508454" y="6741397"/>
                  <a:pt x="11508078" y="6770256"/>
                </a:cubicBezTo>
                <a:cubicBezTo>
                  <a:pt x="11509260" y="6790406"/>
                  <a:pt x="11512798" y="6819910"/>
                  <a:pt x="11515012" y="6840678"/>
                </a:cubicBezTo>
                <a:lnTo>
                  <a:pt x="11515906" y="6850048"/>
                </a:lnTo>
                <a:lnTo>
                  <a:pt x="0" y="6850048"/>
                </a:lnTo>
                <a:lnTo>
                  <a:pt x="0" y="6150255"/>
                </a:lnTo>
                <a:lnTo>
                  <a:pt x="17548" y="6079421"/>
                </a:lnTo>
                <a:cubicBezTo>
                  <a:pt x="24104" y="6016456"/>
                  <a:pt x="27371" y="6035306"/>
                  <a:pt x="27043" y="5985942"/>
                </a:cubicBezTo>
                <a:cubicBezTo>
                  <a:pt x="26678" y="5981021"/>
                  <a:pt x="35914" y="5971603"/>
                  <a:pt x="33624" y="5952542"/>
                </a:cubicBezTo>
                <a:cubicBezTo>
                  <a:pt x="37578" y="5922372"/>
                  <a:pt x="48696" y="5939028"/>
                  <a:pt x="52357" y="5900385"/>
                </a:cubicBezTo>
                <a:cubicBezTo>
                  <a:pt x="55799" y="5903958"/>
                  <a:pt x="54094" y="5866099"/>
                  <a:pt x="66315" y="5862451"/>
                </a:cubicBezTo>
                <a:cubicBezTo>
                  <a:pt x="70207" y="5846033"/>
                  <a:pt x="73489" y="5820812"/>
                  <a:pt x="75710" y="5801878"/>
                </a:cubicBezTo>
                <a:cubicBezTo>
                  <a:pt x="81695" y="5773510"/>
                  <a:pt x="88149" y="5759388"/>
                  <a:pt x="92413" y="5755196"/>
                </a:cubicBezTo>
                <a:cubicBezTo>
                  <a:pt x="99183" y="5726796"/>
                  <a:pt x="100401" y="5729867"/>
                  <a:pt x="114766" y="5692575"/>
                </a:cubicBezTo>
                <a:cubicBezTo>
                  <a:pt x="109606" y="5670690"/>
                  <a:pt x="120766" y="5651885"/>
                  <a:pt x="130959" y="5642725"/>
                </a:cubicBezTo>
                <a:cubicBezTo>
                  <a:pt x="140615" y="5617952"/>
                  <a:pt x="163671" y="5564143"/>
                  <a:pt x="166724" y="5528753"/>
                </a:cubicBezTo>
                <a:cubicBezTo>
                  <a:pt x="165990" y="5474631"/>
                  <a:pt x="177327" y="5489775"/>
                  <a:pt x="185947" y="5465696"/>
                </a:cubicBezTo>
                <a:cubicBezTo>
                  <a:pt x="196662" y="5446952"/>
                  <a:pt x="187411" y="5449560"/>
                  <a:pt x="200956" y="5429999"/>
                </a:cubicBezTo>
                <a:lnTo>
                  <a:pt x="216668" y="5393769"/>
                </a:lnTo>
                <a:lnTo>
                  <a:pt x="241271" y="5350074"/>
                </a:lnTo>
                <a:lnTo>
                  <a:pt x="248034" y="5340072"/>
                </a:lnTo>
                <a:cubicBezTo>
                  <a:pt x="248058" y="5334942"/>
                  <a:pt x="248479" y="5331687"/>
                  <a:pt x="249221" y="5329608"/>
                </a:cubicBezTo>
                <a:cubicBezTo>
                  <a:pt x="249320" y="5329557"/>
                  <a:pt x="249420" y="5329504"/>
                  <a:pt x="249519" y="5329453"/>
                </a:cubicBezTo>
                <a:lnTo>
                  <a:pt x="252498" y="5314689"/>
                </a:lnTo>
                <a:cubicBezTo>
                  <a:pt x="252864" y="5297574"/>
                  <a:pt x="278981" y="5263235"/>
                  <a:pt x="278285" y="5246981"/>
                </a:cubicBezTo>
                <a:cubicBezTo>
                  <a:pt x="294835" y="5239806"/>
                  <a:pt x="267309" y="5243000"/>
                  <a:pt x="282334" y="5215649"/>
                </a:cubicBezTo>
                <a:cubicBezTo>
                  <a:pt x="284338" y="5203457"/>
                  <a:pt x="286369" y="5198331"/>
                  <a:pt x="287909" y="5188115"/>
                </a:cubicBezTo>
                <a:cubicBezTo>
                  <a:pt x="288332" y="5187974"/>
                  <a:pt x="291148" y="5154493"/>
                  <a:pt x="291570" y="5154352"/>
                </a:cubicBezTo>
                <a:lnTo>
                  <a:pt x="295687" y="5129949"/>
                </a:lnTo>
                <a:lnTo>
                  <a:pt x="297770" y="5124375"/>
                </a:lnTo>
                <a:lnTo>
                  <a:pt x="294552" y="5091886"/>
                </a:lnTo>
                <a:lnTo>
                  <a:pt x="294372" y="5075666"/>
                </a:lnTo>
                <a:lnTo>
                  <a:pt x="291261" y="5069914"/>
                </a:lnTo>
                <a:cubicBezTo>
                  <a:pt x="289602" y="5064348"/>
                  <a:pt x="289412" y="5057213"/>
                  <a:pt x="292549" y="5046565"/>
                </a:cubicBezTo>
                <a:lnTo>
                  <a:pt x="293850" y="5044324"/>
                </a:lnTo>
                <a:lnTo>
                  <a:pt x="288225" y="5011521"/>
                </a:lnTo>
                <a:cubicBezTo>
                  <a:pt x="286438" y="5004509"/>
                  <a:pt x="295879" y="4976501"/>
                  <a:pt x="292304" y="4970595"/>
                </a:cubicBezTo>
                <a:cubicBezTo>
                  <a:pt x="297173" y="4914689"/>
                  <a:pt x="280545" y="4880484"/>
                  <a:pt x="292037" y="4812226"/>
                </a:cubicBezTo>
                <a:cubicBezTo>
                  <a:pt x="296651" y="4766534"/>
                  <a:pt x="296553" y="4740857"/>
                  <a:pt x="300183" y="4711370"/>
                </a:cubicBezTo>
                <a:cubicBezTo>
                  <a:pt x="303813" y="4681883"/>
                  <a:pt x="310253" y="4654301"/>
                  <a:pt x="313819" y="4635304"/>
                </a:cubicBezTo>
                <a:cubicBezTo>
                  <a:pt x="317385" y="4616307"/>
                  <a:pt x="319059" y="4621434"/>
                  <a:pt x="321580" y="4597389"/>
                </a:cubicBezTo>
                <a:cubicBezTo>
                  <a:pt x="324100" y="4573344"/>
                  <a:pt x="322182" y="4514378"/>
                  <a:pt x="328942" y="4491032"/>
                </a:cubicBezTo>
                <a:cubicBezTo>
                  <a:pt x="328254" y="4465815"/>
                  <a:pt x="339350" y="4462516"/>
                  <a:pt x="338027" y="4448739"/>
                </a:cubicBezTo>
                <a:cubicBezTo>
                  <a:pt x="354594" y="4377504"/>
                  <a:pt x="351648" y="4318161"/>
                  <a:pt x="348965" y="4231470"/>
                </a:cubicBezTo>
                <a:cubicBezTo>
                  <a:pt x="353874" y="4174323"/>
                  <a:pt x="356666" y="4175355"/>
                  <a:pt x="359496" y="4150308"/>
                </a:cubicBezTo>
                <a:cubicBezTo>
                  <a:pt x="362339" y="4142663"/>
                  <a:pt x="352449" y="4138872"/>
                  <a:pt x="356364" y="4131985"/>
                </a:cubicBezTo>
                <a:lnTo>
                  <a:pt x="361593" y="4096619"/>
                </a:lnTo>
                <a:lnTo>
                  <a:pt x="371792" y="4070654"/>
                </a:lnTo>
                <a:lnTo>
                  <a:pt x="378262" y="4046249"/>
                </a:lnTo>
                <a:lnTo>
                  <a:pt x="381009" y="4016915"/>
                </a:lnTo>
                <a:cubicBezTo>
                  <a:pt x="383439" y="4007929"/>
                  <a:pt x="391279" y="4007340"/>
                  <a:pt x="391151" y="3995496"/>
                </a:cubicBezTo>
                <a:cubicBezTo>
                  <a:pt x="396353" y="3959536"/>
                  <a:pt x="400862" y="3894766"/>
                  <a:pt x="406592" y="3845871"/>
                </a:cubicBezTo>
                <a:cubicBezTo>
                  <a:pt x="403177" y="3821649"/>
                  <a:pt x="409717" y="3786911"/>
                  <a:pt x="419462" y="3776866"/>
                </a:cubicBezTo>
                <a:cubicBezTo>
                  <a:pt x="422173" y="3764871"/>
                  <a:pt x="422222" y="3735955"/>
                  <a:pt x="420303" y="3724288"/>
                </a:cubicBezTo>
                <a:cubicBezTo>
                  <a:pt x="420584" y="3713932"/>
                  <a:pt x="424293" y="3712054"/>
                  <a:pt x="425736" y="3698294"/>
                </a:cubicBezTo>
                <a:cubicBezTo>
                  <a:pt x="429134" y="3683275"/>
                  <a:pt x="445239" y="3650699"/>
                  <a:pt x="450275" y="3636556"/>
                </a:cubicBezTo>
                <a:cubicBezTo>
                  <a:pt x="455311" y="3622413"/>
                  <a:pt x="450096" y="3636797"/>
                  <a:pt x="455950" y="3613438"/>
                </a:cubicBezTo>
                <a:cubicBezTo>
                  <a:pt x="457946" y="3605104"/>
                  <a:pt x="465726" y="3606849"/>
                  <a:pt x="469436" y="3588931"/>
                </a:cubicBezTo>
                <a:cubicBezTo>
                  <a:pt x="473148" y="3571012"/>
                  <a:pt x="477437" y="3530877"/>
                  <a:pt x="478216" y="3505927"/>
                </a:cubicBezTo>
                <a:cubicBezTo>
                  <a:pt x="465624" y="3478053"/>
                  <a:pt x="482767" y="3487820"/>
                  <a:pt x="466921" y="3436850"/>
                </a:cubicBezTo>
                <a:cubicBezTo>
                  <a:pt x="468947" y="3435539"/>
                  <a:pt x="468075" y="3414710"/>
                  <a:pt x="469431" y="3393361"/>
                </a:cubicBezTo>
                <a:cubicBezTo>
                  <a:pt x="470787" y="3372012"/>
                  <a:pt x="482148" y="3326552"/>
                  <a:pt x="475054" y="3308755"/>
                </a:cubicBezTo>
                <a:lnTo>
                  <a:pt x="474310" y="3151747"/>
                </a:lnTo>
                <a:lnTo>
                  <a:pt x="486215" y="3061618"/>
                </a:lnTo>
                <a:cubicBezTo>
                  <a:pt x="488121" y="3030278"/>
                  <a:pt x="496811" y="3025014"/>
                  <a:pt x="493402" y="3004882"/>
                </a:cubicBezTo>
                <a:cubicBezTo>
                  <a:pt x="495599" y="2970945"/>
                  <a:pt x="511735" y="2992431"/>
                  <a:pt x="498742" y="2953275"/>
                </a:cubicBezTo>
                <a:cubicBezTo>
                  <a:pt x="512558" y="2963977"/>
                  <a:pt x="494995" y="2934875"/>
                  <a:pt x="506118" y="2914739"/>
                </a:cubicBezTo>
                <a:cubicBezTo>
                  <a:pt x="497917" y="2886497"/>
                  <a:pt x="508247" y="2857462"/>
                  <a:pt x="509450" y="2840319"/>
                </a:cubicBezTo>
                <a:cubicBezTo>
                  <a:pt x="510653" y="2823176"/>
                  <a:pt x="514436" y="2836441"/>
                  <a:pt x="513337" y="2811881"/>
                </a:cubicBezTo>
                <a:lnTo>
                  <a:pt x="518905" y="2777197"/>
                </a:lnTo>
                <a:cubicBezTo>
                  <a:pt x="514307" y="2779008"/>
                  <a:pt x="515662" y="2773990"/>
                  <a:pt x="516381" y="2760229"/>
                </a:cubicBezTo>
                <a:lnTo>
                  <a:pt x="512284" y="2723271"/>
                </a:lnTo>
                <a:lnTo>
                  <a:pt x="516417" y="2697909"/>
                </a:lnTo>
                <a:cubicBezTo>
                  <a:pt x="516277" y="2694509"/>
                  <a:pt x="511777" y="2670333"/>
                  <a:pt x="508245" y="2670818"/>
                </a:cubicBezTo>
                <a:cubicBezTo>
                  <a:pt x="523059" y="2644368"/>
                  <a:pt x="513753" y="2641721"/>
                  <a:pt x="509977" y="2614598"/>
                </a:cubicBezTo>
                <a:cubicBezTo>
                  <a:pt x="511368" y="2591343"/>
                  <a:pt x="511836" y="2611388"/>
                  <a:pt x="513586" y="2555192"/>
                </a:cubicBezTo>
                <a:cubicBezTo>
                  <a:pt x="529849" y="2533316"/>
                  <a:pt x="501799" y="2549042"/>
                  <a:pt x="524573" y="2506102"/>
                </a:cubicBezTo>
                <a:cubicBezTo>
                  <a:pt x="522798" y="2504000"/>
                  <a:pt x="524426" y="2477490"/>
                  <a:pt x="526211" y="2463615"/>
                </a:cubicBezTo>
                <a:cubicBezTo>
                  <a:pt x="527997" y="2449740"/>
                  <a:pt x="525821" y="2437204"/>
                  <a:pt x="535288" y="2422849"/>
                </a:cubicBezTo>
                <a:cubicBezTo>
                  <a:pt x="538200" y="2412361"/>
                  <a:pt x="533938" y="2431104"/>
                  <a:pt x="538894" y="2398306"/>
                </a:cubicBezTo>
                <a:cubicBezTo>
                  <a:pt x="543849" y="2365508"/>
                  <a:pt x="560628" y="2258604"/>
                  <a:pt x="565019" y="2226060"/>
                </a:cubicBezTo>
                <a:cubicBezTo>
                  <a:pt x="569411" y="2193516"/>
                  <a:pt x="571990" y="2216405"/>
                  <a:pt x="572425" y="2203044"/>
                </a:cubicBezTo>
                <a:cubicBezTo>
                  <a:pt x="572861" y="2189683"/>
                  <a:pt x="565754" y="2160914"/>
                  <a:pt x="567634" y="2145894"/>
                </a:cubicBezTo>
                <a:cubicBezTo>
                  <a:pt x="569552" y="2127038"/>
                  <a:pt x="576895" y="2124242"/>
                  <a:pt x="576524" y="2112924"/>
                </a:cubicBezTo>
                <a:cubicBezTo>
                  <a:pt x="566248" y="2102460"/>
                  <a:pt x="566361" y="2091349"/>
                  <a:pt x="572593" y="2073223"/>
                </a:cubicBezTo>
                <a:cubicBezTo>
                  <a:pt x="575393" y="2039410"/>
                  <a:pt x="564822" y="2039383"/>
                  <a:pt x="566346" y="2006730"/>
                </a:cubicBezTo>
                <a:cubicBezTo>
                  <a:pt x="565764" y="1992401"/>
                  <a:pt x="569077" y="1984735"/>
                  <a:pt x="565784" y="1960829"/>
                </a:cubicBezTo>
                <a:cubicBezTo>
                  <a:pt x="566486" y="1943808"/>
                  <a:pt x="568252" y="1909609"/>
                  <a:pt x="557910" y="1886564"/>
                </a:cubicBezTo>
                <a:cubicBezTo>
                  <a:pt x="556594" y="1861569"/>
                  <a:pt x="556127" y="1879721"/>
                  <a:pt x="558732" y="1852441"/>
                </a:cubicBezTo>
                <a:cubicBezTo>
                  <a:pt x="559253" y="1819115"/>
                  <a:pt x="552986" y="1805243"/>
                  <a:pt x="554477" y="1785985"/>
                </a:cubicBezTo>
                <a:cubicBezTo>
                  <a:pt x="550197" y="1773445"/>
                  <a:pt x="555297" y="1787647"/>
                  <a:pt x="549925" y="1739449"/>
                </a:cubicBezTo>
                <a:cubicBezTo>
                  <a:pt x="559439" y="1720347"/>
                  <a:pt x="546428" y="1704007"/>
                  <a:pt x="548478" y="1687662"/>
                </a:cubicBezTo>
                <a:cubicBezTo>
                  <a:pt x="547438" y="1661740"/>
                  <a:pt x="547552" y="1598028"/>
                  <a:pt x="546079" y="1574394"/>
                </a:cubicBezTo>
                <a:cubicBezTo>
                  <a:pt x="544606" y="1550760"/>
                  <a:pt x="542413" y="1575916"/>
                  <a:pt x="539645" y="1545855"/>
                </a:cubicBezTo>
                <a:cubicBezTo>
                  <a:pt x="551965" y="1490487"/>
                  <a:pt x="529792" y="1459589"/>
                  <a:pt x="527078" y="1403551"/>
                </a:cubicBezTo>
                <a:cubicBezTo>
                  <a:pt x="509907" y="1369534"/>
                  <a:pt x="527744" y="1345427"/>
                  <a:pt x="514603" y="1308232"/>
                </a:cubicBezTo>
                <a:cubicBezTo>
                  <a:pt x="510585" y="1283061"/>
                  <a:pt x="514424" y="1279405"/>
                  <a:pt x="512548" y="1265228"/>
                </a:cubicBezTo>
                <a:cubicBezTo>
                  <a:pt x="510672" y="1251051"/>
                  <a:pt x="506150" y="1235061"/>
                  <a:pt x="503347" y="1223169"/>
                </a:cubicBezTo>
                <a:cubicBezTo>
                  <a:pt x="507006" y="1216804"/>
                  <a:pt x="500559" y="1167333"/>
                  <a:pt x="495727" y="1168475"/>
                </a:cubicBezTo>
                <a:cubicBezTo>
                  <a:pt x="497383" y="1161125"/>
                  <a:pt x="503792" y="1140806"/>
                  <a:pt x="496141" y="1138512"/>
                </a:cubicBezTo>
                <a:cubicBezTo>
                  <a:pt x="496060" y="1100984"/>
                  <a:pt x="494987" y="1079901"/>
                  <a:pt x="505184" y="1047073"/>
                </a:cubicBezTo>
                <a:cubicBezTo>
                  <a:pt x="508983" y="1023742"/>
                  <a:pt x="506944" y="1040037"/>
                  <a:pt x="509355" y="1025516"/>
                </a:cubicBezTo>
                <a:cubicBezTo>
                  <a:pt x="511766" y="1010995"/>
                  <a:pt x="507447" y="986805"/>
                  <a:pt x="506873" y="963123"/>
                </a:cubicBezTo>
                <a:cubicBezTo>
                  <a:pt x="507006" y="939112"/>
                  <a:pt x="511112" y="911137"/>
                  <a:pt x="512548" y="893356"/>
                </a:cubicBezTo>
                <a:cubicBezTo>
                  <a:pt x="513984" y="875575"/>
                  <a:pt x="513640" y="871333"/>
                  <a:pt x="515492" y="856438"/>
                </a:cubicBezTo>
                <a:cubicBezTo>
                  <a:pt x="512022" y="831582"/>
                  <a:pt x="513851" y="810695"/>
                  <a:pt x="521269" y="792080"/>
                </a:cubicBezTo>
                <a:cubicBezTo>
                  <a:pt x="523173" y="777595"/>
                  <a:pt x="527507" y="785019"/>
                  <a:pt x="529314" y="774293"/>
                </a:cubicBezTo>
                <a:cubicBezTo>
                  <a:pt x="531122" y="763567"/>
                  <a:pt x="522950" y="756728"/>
                  <a:pt x="524928" y="727723"/>
                </a:cubicBezTo>
                <a:cubicBezTo>
                  <a:pt x="525327" y="717404"/>
                  <a:pt x="532992" y="717749"/>
                  <a:pt x="534104" y="695712"/>
                </a:cubicBezTo>
                <a:cubicBezTo>
                  <a:pt x="535215" y="673675"/>
                  <a:pt x="540000" y="585070"/>
                  <a:pt x="541179" y="552638"/>
                </a:cubicBezTo>
                <a:cubicBezTo>
                  <a:pt x="542357" y="520206"/>
                  <a:pt x="539121" y="533336"/>
                  <a:pt x="538784" y="517789"/>
                </a:cubicBezTo>
                <a:cubicBezTo>
                  <a:pt x="538447" y="502242"/>
                  <a:pt x="529995" y="483849"/>
                  <a:pt x="539155" y="459355"/>
                </a:cubicBezTo>
                <a:cubicBezTo>
                  <a:pt x="534282" y="441033"/>
                  <a:pt x="545465" y="440562"/>
                  <a:pt x="548350" y="420246"/>
                </a:cubicBezTo>
                <a:cubicBezTo>
                  <a:pt x="552432" y="409037"/>
                  <a:pt x="551248" y="395007"/>
                  <a:pt x="554063" y="385753"/>
                </a:cubicBezTo>
                <a:cubicBezTo>
                  <a:pt x="556878" y="376499"/>
                  <a:pt x="557385" y="369183"/>
                  <a:pt x="560450" y="362337"/>
                </a:cubicBezTo>
                <a:cubicBezTo>
                  <a:pt x="563515" y="355491"/>
                  <a:pt x="569657" y="353410"/>
                  <a:pt x="572451" y="344679"/>
                </a:cubicBezTo>
                <a:cubicBezTo>
                  <a:pt x="575246" y="335948"/>
                  <a:pt x="580164" y="322294"/>
                  <a:pt x="582006" y="312331"/>
                </a:cubicBezTo>
                <a:cubicBezTo>
                  <a:pt x="583847" y="302368"/>
                  <a:pt x="580997" y="303880"/>
                  <a:pt x="583503" y="284899"/>
                </a:cubicBezTo>
                <a:cubicBezTo>
                  <a:pt x="588855" y="253960"/>
                  <a:pt x="592732" y="226097"/>
                  <a:pt x="592254" y="191300"/>
                </a:cubicBezTo>
                <a:cubicBezTo>
                  <a:pt x="602017" y="184777"/>
                  <a:pt x="597586" y="174390"/>
                  <a:pt x="592419" y="160499"/>
                </a:cubicBezTo>
                <a:cubicBezTo>
                  <a:pt x="599540" y="134531"/>
                  <a:pt x="605057" y="90673"/>
                  <a:pt x="620978" y="46251"/>
                </a:cubicBezTo>
                <a:cubicBezTo>
                  <a:pt x="630736" y="27343"/>
                  <a:pt x="632412" y="23169"/>
                  <a:pt x="635098" y="961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33017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EE0B6E2-7CE8-4D86-87FC-4B58A7D8E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B6A16B19-A866-D778-E7D7-EAC49DE4E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92"/>
          <a:stretch>
            <a:fillRect/>
          </a:stretch>
        </p:blipFill>
        <p:spPr>
          <a:xfrm>
            <a:off x="300876" y="331595"/>
            <a:ext cx="11487860" cy="6109397"/>
          </a:xfrm>
          <a:custGeom>
            <a:avLst/>
            <a:gdLst/>
            <a:ahLst/>
            <a:cxnLst/>
            <a:rect l="l" t="t" r="r" b="b"/>
            <a:pathLst>
              <a:path w="10630858" h="5869478">
                <a:moveTo>
                  <a:pt x="5791061" y="218"/>
                </a:moveTo>
                <a:cubicBezTo>
                  <a:pt x="5877327" y="-560"/>
                  <a:pt x="5971399" y="626"/>
                  <a:pt x="6073275" y="5793"/>
                </a:cubicBezTo>
                <a:cubicBezTo>
                  <a:pt x="6098744" y="7086"/>
                  <a:pt x="6121786" y="8165"/>
                  <a:pt x="6142651" y="9057"/>
                </a:cubicBezTo>
                <a:lnTo>
                  <a:pt x="6164185" y="9874"/>
                </a:lnTo>
                <a:lnTo>
                  <a:pt x="6258731" y="5793"/>
                </a:lnTo>
                <a:lnTo>
                  <a:pt x="6319194" y="2002"/>
                </a:lnTo>
                <a:lnTo>
                  <a:pt x="6413049" y="11772"/>
                </a:lnTo>
                <a:cubicBezTo>
                  <a:pt x="6592720" y="42783"/>
                  <a:pt x="6774188" y="66100"/>
                  <a:pt x="6956654" y="46745"/>
                </a:cubicBezTo>
                <a:cubicBezTo>
                  <a:pt x="7082424" y="33223"/>
                  <a:pt x="7207994" y="25294"/>
                  <a:pt x="7334364" y="25763"/>
                </a:cubicBezTo>
                <a:cubicBezTo>
                  <a:pt x="7624835" y="25763"/>
                  <a:pt x="7915502" y="28559"/>
                  <a:pt x="8205974" y="22730"/>
                </a:cubicBezTo>
                <a:cubicBezTo>
                  <a:pt x="8464499" y="17601"/>
                  <a:pt x="8722029" y="6412"/>
                  <a:pt x="8980756" y="34620"/>
                </a:cubicBezTo>
                <a:cubicBezTo>
                  <a:pt x="9362658" y="76124"/>
                  <a:pt x="9746556" y="62832"/>
                  <a:pt x="10129655" y="57937"/>
                </a:cubicBezTo>
                <a:lnTo>
                  <a:pt x="10163726" y="56766"/>
                </a:lnTo>
                <a:lnTo>
                  <a:pt x="10254950" y="73131"/>
                </a:lnTo>
                <a:lnTo>
                  <a:pt x="10311819" y="101928"/>
                </a:lnTo>
                <a:cubicBezTo>
                  <a:pt x="10479504" y="200737"/>
                  <a:pt x="10591476" y="367254"/>
                  <a:pt x="10625532" y="561669"/>
                </a:cubicBezTo>
                <a:lnTo>
                  <a:pt x="10626834" y="578090"/>
                </a:lnTo>
                <a:lnTo>
                  <a:pt x="10611964" y="734537"/>
                </a:lnTo>
                <a:cubicBezTo>
                  <a:pt x="10602387" y="823467"/>
                  <a:pt x="10587763" y="913306"/>
                  <a:pt x="10611964" y="1001326"/>
                </a:cubicBezTo>
                <a:cubicBezTo>
                  <a:pt x="10628543" y="1062669"/>
                  <a:pt x="10632231" y="1127783"/>
                  <a:pt x="10622705" y="1191154"/>
                </a:cubicBezTo>
                <a:cubicBezTo>
                  <a:pt x="10606645" y="1303627"/>
                  <a:pt x="10603293" y="1418084"/>
                  <a:pt x="10612740" y="1531572"/>
                </a:cubicBezTo>
                <a:cubicBezTo>
                  <a:pt x="10618978" y="1606398"/>
                  <a:pt x="10618020" y="1681815"/>
                  <a:pt x="10609893" y="1756397"/>
                </a:cubicBezTo>
                <a:cubicBezTo>
                  <a:pt x="10599152" y="1856690"/>
                  <a:pt x="10582457" y="1958800"/>
                  <a:pt x="10602776" y="2059394"/>
                </a:cubicBezTo>
                <a:cubicBezTo>
                  <a:pt x="10635130" y="2219226"/>
                  <a:pt x="10628659" y="2378906"/>
                  <a:pt x="10615717" y="2539949"/>
                </a:cubicBezTo>
                <a:cubicBezTo>
                  <a:pt x="10606011" y="2659785"/>
                  <a:pt x="10595269" y="2780984"/>
                  <a:pt x="10614682" y="2902183"/>
                </a:cubicBezTo>
                <a:cubicBezTo>
                  <a:pt x="10623029" y="2958418"/>
                  <a:pt x="10623029" y="3015928"/>
                  <a:pt x="10614682" y="3072165"/>
                </a:cubicBezTo>
                <a:cubicBezTo>
                  <a:pt x="10604587" y="3147914"/>
                  <a:pt x="10595010" y="3222907"/>
                  <a:pt x="10607952" y="3299413"/>
                </a:cubicBezTo>
                <a:cubicBezTo>
                  <a:pt x="10613646" y="3332743"/>
                  <a:pt x="10617917" y="3366376"/>
                  <a:pt x="10620894" y="3400009"/>
                </a:cubicBezTo>
                <a:cubicBezTo>
                  <a:pt x="10626822" y="3485877"/>
                  <a:pt x="10624699" y="3572233"/>
                  <a:pt x="10614553" y="3657556"/>
                </a:cubicBezTo>
                <a:cubicBezTo>
                  <a:pt x="10604846" y="3756637"/>
                  <a:pt x="10620635" y="3856323"/>
                  <a:pt x="10607694" y="3955100"/>
                </a:cubicBezTo>
                <a:cubicBezTo>
                  <a:pt x="10598504" y="4034653"/>
                  <a:pt x="10598155" y="4115265"/>
                  <a:pt x="10606658" y="4194923"/>
                </a:cubicBezTo>
                <a:cubicBezTo>
                  <a:pt x="10621954" y="4345512"/>
                  <a:pt x="10620998" y="4497755"/>
                  <a:pt x="10603811" y="4648057"/>
                </a:cubicBezTo>
                <a:cubicBezTo>
                  <a:pt x="10593198" y="4735775"/>
                  <a:pt x="10587116" y="4826067"/>
                  <a:pt x="10606140" y="4912119"/>
                </a:cubicBezTo>
                <a:cubicBezTo>
                  <a:pt x="10628530" y="5013245"/>
                  <a:pt x="10633189" y="5114446"/>
                  <a:pt x="10629921" y="5215515"/>
                </a:cubicBezTo>
                <a:lnTo>
                  <a:pt x="10625356" y="5273604"/>
                </a:lnTo>
                <a:lnTo>
                  <a:pt x="10624284" y="5284086"/>
                </a:lnTo>
                <a:cubicBezTo>
                  <a:pt x="10601148" y="5404993"/>
                  <a:pt x="10545219" y="5529874"/>
                  <a:pt x="10458692" y="5632218"/>
                </a:cubicBezTo>
                <a:lnTo>
                  <a:pt x="10418904" y="5670857"/>
                </a:lnTo>
                <a:lnTo>
                  <a:pt x="10417064" y="5673484"/>
                </a:lnTo>
                <a:cubicBezTo>
                  <a:pt x="10307992" y="5802550"/>
                  <a:pt x="10158402" y="5877799"/>
                  <a:pt x="9954609" y="5858572"/>
                </a:cubicBezTo>
                <a:cubicBezTo>
                  <a:pt x="9860355" y="5870096"/>
                  <a:pt x="9750551" y="5855439"/>
                  <a:pt x="9657171" y="5854061"/>
                </a:cubicBezTo>
                <a:lnTo>
                  <a:pt x="9612467" y="5856387"/>
                </a:lnTo>
                <a:lnTo>
                  <a:pt x="9279984" y="5838331"/>
                </a:lnTo>
                <a:cubicBezTo>
                  <a:pt x="9153141" y="5834280"/>
                  <a:pt x="9026273" y="5834164"/>
                  <a:pt x="8899305" y="5841275"/>
                </a:cubicBezTo>
                <a:cubicBezTo>
                  <a:pt x="8761407" y="5850940"/>
                  <a:pt x="8623304" y="5854733"/>
                  <a:pt x="8485266" y="5852671"/>
                </a:cubicBezTo>
                <a:lnTo>
                  <a:pt x="8314842" y="5842884"/>
                </a:lnTo>
                <a:lnTo>
                  <a:pt x="8193631" y="5825368"/>
                </a:lnTo>
                <a:lnTo>
                  <a:pt x="8029897" y="5818284"/>
                </a:lnTo>
                <a:lnTo>
                  <a:pt x="8028296" y="5817260"/>
                </a:lnTo>
                <a:lnTo>
                  <a:pt x="8008332" y="5817260"/>
                </a:lnTo>
                <a:lnTo>
                  <a:pt x="8006732" y="5818114"/>
                </a:lnTo>
                <a:lnTo>
                  <a:pt x="7839115" y="5825368"/>
                </a:lnTo>
                <a:lnTo>
                  <a:pt x="7801585" y="5830791"/>
                </a:lnTo>
                <a:lnTo>
                  <a:pt x="7734233" y="5834980"/>
                </a:lnTo>
                <a:lnTo>
                  <a:pt x="7482820" y="5855530"/>
                </a:lnTo>
                <a:lnTo>
                  <a:pt x="7445741" y="5854102"/>
                </a:lnTo>
                <a:lnTo>
                  <a:pt x="7403701" y="5858035"/>
                </a:lnTo>
                <a:lnTo>
                  <a:pt x="7155292" y="5854564"/>
                </a:lnTo>
                <a:cubicBezTo>
                  <a:pt x="6874805" y="5835913"/>
                  <a:pt x="6593917" y="5824488"/>
                  <a:pt x="6312830" y="5849900"/>
                </a:cubicBezTo>
                <a:lnTo>
                  <a:pt x="6232577" y="5855788"/>
                </a:lnTo>
                <a:lnTo>
                  <a:pt x="6231985" y="5855764"/>
                </a:lnTo>
                <a:lnTo>
                  <a:pt x="6166003" y="5858572"/>
                </a:lnTo>
                <a:cubicBezTo>
                  <a:pt x="6100624" y="5861901"/>
                  <a:pt x="6043822" y="5864887"/>
                  <a:pt x="5993271" y="5866513"/>
                </a:cubicBezTo>
                <a:lnTo>
                  <a:pt x="5925657" y="5866398"/>
                </a:lnTo>
                <a:lnTo>
                  <a:pt x="5833706" y="5859695"/>
                </a:lnTo>
                <a:cubicBezTo>
                  <a:pt x="5697214" y="5841788"/>
                  <a:pt x="5559607" y="5838897"/>
                  <a:pt x="5422657" y="5851067"/>
                </a:cubicBezTo>
                <a:lnTo>
                  <a:pt x="5250035" y="5858044"/>
                </a:lnTo>
                <a:lnTo>
                  <a:pt x="5151093" y="5858278"/>
                </a:lnTo>
                <a:lnTo>
                  <a:pt x="4972680" y="5851067"/>
                </a:lnTo>
                <a:cubicBezTo>
                  <a:pt x="4829141" y="5841741"/>
                  <a:pt x="4685204" y="5826120"/>
                  <a:pt x="4542066" y="5842905"/>
                </a:cubicBezTo>
                <a:cubicBezTo>
                  <a:pt x="4491758" y="5848734"/>
                  <a:pt x="4441488" y="5852626"/>
                  <a:pt x="4391242" y="5854962"/>
                </a:cubicBezTo>
                <a:lnTo>
                  <a:pt x="4246482" y="5857576"/>
                </a:lnTo>
                <a:lnTo>
                  <a:pt x="4221030" y="5856572"/>
                </a:lnTo>
                <a:lnTo>
                  <a:pt x="4218005" y="5856681"/>
                </a:lnTo>
                <a:lnTo>
                  <a:pt x="3939367" y="5844305"/>
                </a:lnTo>
                <a:cubicBezTo>
                  <a:pt x="3773470" y="5832648"/>
                  <a:pt x="3606974" y="5815626"/>
                  <a:pt x="3441875" y="5843140"/>
                </a:cubicBezTo>
                <a:cubicBezTo>
                  <a:pt x="3386806" y="5851400"/>
                  <a:pt x="3331601" y="5858126"/>
                  <a:pt x="3276306" y="5863318"/>
                </a:cubicBezTo>
                <a:lnTo>
                  <a:pt x="3225006" y="5866706"/>
                </a:lnTo>
                <a:lnTo>
                  <a:pt x="3194056" y="5866407"/>
                </a:lnTo>
                <a:lnTo>
                  <a:pt x="3082891" y="5863061"/>
                </a:lnTo>
                <a:lnTo>
                  <a:pt x="3013959" y="5869302"/>
                </a:lnTo>
                <a:cubicBezTo>
                  <a:pt x="2910698" y="5871464"/>
                  <a:pt x="2845426" y="5852913"/>
                  <a:pt x="2748311" y="5858572"/>
                </a:cubicBezTo>
                <a:cubicBezTo>
                  <a:pt x="2736171" y="5859279"/>
                  <a:pt x="2721419" y="5860082"/>
                  <a:pt x="2704411" y="5860936"/>
                </a:cubicBezTo>
                <a:lnTo>
                  <a:pt x="2650475" y="5863440"/>
                </a:lnTo>
                <a:lnTo>
                  <a:pt x="2436349" y="5854816"/>
                </a:lnTo>
                <a:cubicBezTo>
                  <a:pt x="2095150" y="5845165"/>
                  <a:pt x="1753811" y="5845122"/>
                  <a:pt x="1412584" y="5830782"/>
                </a:cubicBezTo>
                <a:cubicBezTo>
                  <a:pt x="1262458" y="5824256"/>
                  <a:pt x="1113131" y="5859227"/>
                  <a:pt x="963404" y="5861093"/>
                </a:cubicBezTo>
                <a:cubicBezTo>
                  <a:pt x="896140" y="5861967"/>
                  <a:pt x="828812" y="5861342"/>
                  <a:pt x="761431" y="5859896"/>
                </a:cubicBezTo>
                <a:lnTo>
                  <a:pt x="637698" y="5856158"/>
                </a:lnTo>
                <a:lnTo>
                  <a:pt x="592997" y="5853711"/>
                </a:lnTo>
                <a:cubicBezTo>
                  <a:pt x="391136" y="5830428"/>
                  <a:pt x="227663" y="5724844"/>
                  <a:pt x="123577" y="5564333"/>
                </a:cubicBezTo>
                <a:lnTo>
                  <a:pt x="99502" y="5518240"/>
                </a:lnTo>
                <a:lnTo>
                  <a:pt x="95609" y="5512764"/>
                </a:lnTo>
                <a:lnTo>
                  <a:pt x="86221" y="5492812"/>
                </a:lnTo>
                <a:lnTo>
                  <a:pt x="61763" y="5445986"/>
                </a:lnTo>
                <a:lnTo>
                  <a:pt x="56991" y="5430695"/>
                </a:lnTo>
                <a:lnTo>
                  <a:pt x="41922" y="5398673"/>
                </a:lnTo>
                <a:lnTo>
                  <a:pt x="25760" y="5339273"/>
                </a:lnTo>
                <a:lnTo>
                  <a:pt x="16811" y="5271956"/>
                </a:lnTo>
                <a:cubicBezTo>
                  <a:pt x="9305" y="5238090"/>
                  <a:pt x="4710" y="5203585"/>
                  <a:pt x="3092" y="5168860"/>
                </a:cubicBezTo>
                <a:cubicBezTo>
                  <a:pt x="-7132" y="5042101"/>
                  <a:pt x="10081" y="4917108"/>
                  <a:pt x="24446" y="4791844"/>
                </a:cubicBezTo>
                <a:cubicBezTo>
                  <a:pt x="34023" y="4712006"/>
                  <a:pt x="48647" y="4631352"/>
                  <a:pt x="24446" y="4552331"/>
                </a:cubicBezTo>
                <a:cubicBezTo>
                  <a:pt x="7867" y="4497261"/>
                  <a:pt x="4180" y="4438805"/>
                  <a:pt x="13705" y="4381912"/>
                </a:cubicBezTo>
                <a:cubicBezTo>
                  <a:pt x="29766" y="4280940"/>
                  <a:pt x="33117" y="4178184"/>
                  <a:pt x="23670" y="4076300"/>
                </a:cubicBezTo>
                <a:cubicBezTo>
                  <a:pt x="17432" y="4009125"/>
                  <a:pt x="18390" y="3941419"/>
                  <a:pt x="26517" y="3874462"/>
                </a:cubicBezTo>
                <a:cubicBezTo>
                  <a:pt x="37258" y="3784423"/>
                  <a:pt x="53954" y="3692752"/>
                  <a:pt x="33635" y="3602444"/>
                </a:cubicBezTo>
                <a:cubicBezTo>
                  <a:pt x="1280" y="3458954"/>
                  <a:pt x="7751" y="3315599"/>
                  <a:pt x="20694" y="3171022"/>
                </a:cubicBezTo>
                <a:cubicBezTo>
                  <a:pt x="30400" y="3063439"/>
                  <a:pt x="41141" y="2954632"/>
                  <a:pt x="21728" y="2845824"/>
                </a:cubicBezTo>
                <a:cubicBezTo>
                  <a:pt x="13381" y="2795337"/>
                  <a:pt x="13381" y="2743709"/>
                  <a:pt x="21728" y="2693221"/>
                </a:cubicBezTo>
                <a:cubicBezTo>
                  <a:pt x="31823" y="2625218"/>
                  <a:pt x="41400" y="2557892"/>
                  <a:pt x="28458" y="2489208"/>
                </a:cubicBezTo>
                <a:cubicBezTo>
                  <a:pt x="22764" y="2459285"/>
                  <a:pt x="18493" y="2429092"/>
                  <a:pt x="15516" y="2398898"/>
                </a:cubicBezTo>
                <a:cubicBezTo>
                  <a:pt x="9589" y="2321809"/>
                  <a:pt x="11711" y="2244283"/>
                  <a:pt x="21857" y="2167683"/>
                </a:cubicBezTo>
                <a:cubicBezTo>
                  <a:pt x="31564" y="2078733"/>
                  <a:pt x="15776" y="1989238"/>
                  <a:pt x="28717" y="1900560"/>
                </a:cubicBezTo>
                <a:cubicBezTo>
                  <a:pt x="37907" y="1829142"/>
                  <a:pt x="38255" y="1756772"/>
                  <a:pt x="29752" y="1685258"/>
                </a:cubicBezTo>
                <a:cubicBezTo>
                  <a:pt x="14456" y="1550065"/>
                  <a:pt x="15412" y="1413389"/>
                  <a:pt x="32599" y="1278454"/>
                </a:cubicBezTo>
                <a:cubicBezTo>
                  <a:pt x="43212" y="1199704"/>
                  <a:pt x="49294" y="1118644"/>
                  <a:pt x="30270" y="1041390"/>
                </a:cubicBezTo>
                <a:cubicBezTo>
                  <a:pt x="-14509" y="859818"/>
                  <a:pt x="11634" y="677973"/>
                  <a:pt x="30270" y="497354"/>
                </a:cubicBezTo>
                <a:lnTo>
                  <a:pt x="31725" y="472895"/>
                </a:lnTo>
                <a:lnTo>
                  <a:pt x="43781" y="427827"/>
                </a:lnTo>
                <a:lnTo>
                  <a:pt x="50994" y="413476"/>
                </a:lnTo>
                <a:lnTo>
                  <a:pt x="58372" y="387895"/>
                </a:lnTo>
                <a:cubicBezTo>
                  <a:pt x="111660" y="254431"/>
                  <a:pt x="198390" y="154469"/>
                  <a:pt x="306361" y="90092"/>
                </a:cubicBezTo>
                <a:lnTo>
                  <a:pt x="343340" y="71955"/>
                </a:lnTo>
                <a:lnTo>
                  <a:pt x="451947" y="55771"/>
                </a:lnTo>
                <a:lnTo>
                  <a:pt x="480681" y="50638"/>
                </a:lnTo>
                <a:lnTo>
                  <a:pt x="500476" y="51097"/>
                </a:lnTo>
                <a:cubicBezTo>
                  <a:pt x="614729" y="49684"/>
                  <a:pt x="728933" y="43772"/>
                  <a:pt x="843024" y="32056"/>
                </a:cubicBezTo>
                <a:cubicBezTo>
                  <a:pt x="1123212" y="7156"/>
                  <a:pt x="1404499" y="3566"/>
                  <a:pt x="1685086" y="21332"/>
                </a:cubicBezTo>
                <a:cubicBezTo>
                  <a:pt x="1938623" y="33688"/>
                  <a:pt x="2191759" y="64000"/>
                  <a:pt x="2445896" y="38121"/>
                </a:cubicBezTo>
                <a:cubicBezTo>
                  <a:pt x="2489616" y="33690"/>
                  <a:pt x="2532937" y="26111"/>
                  <a:pt x="2576333" y="19030"/>
                </a:cubicBezTo>
                <a:lnTo>
                  <a:pt x="2696353" y="4251"/>
                </a:lnTo>
                <a:lnTo>
                  <a:pt x="2745536" y="5232"/>
                </a:lnTo>
                <a:cubicBezTo>
                  <a:pt x="2818993" y="6452"/>
                  <a:pt x="2887864" y="7004"/>
                  <a:pt x="2947014" y="5793"/>
                </a:cubicBezTo>
                <a:cubicBezTo>
                  <a:pt x="3006163" y="4584"/>
                  <a:pt x="3060036" y="3178"/>
                  <a:pt x="3110399" y="1949"/>
                </a:cubicBezTo>
                <a:lnTo>
                  <a:pt x="3199002" y="221"/>
                </a:lnTo>
                <a:lnTo>
                  <a:pt x="3325015" y="3583"/>
                </a:lnTo>
                <a:cubicBezTo>
                  <a:pt x="3530714" y="12997"/>
                  <a:pt x="3736239" y="28910"/>
                  <a:pt x="3941762" y="43248"/>
                </a:cubicBezTo>
                <a:cubicBezTo>
                  <a:pt x="4091489" y="53739"/>
                  <a:pt x="4241215" y="66563"/>
                  <a:pt x="4390942" y="37886"/>
                </a:cubicBezTo>
                <a:cubicBezTo>
                  <a:pt x="4517292" y="15154"/>
                  <a:pt x="4645537" y="10467"/>
                  <a:pt x="4772844" y="23896"/>
                </a:cubicBezTo>
                <a:cubicBezTo>
                  <a:pt x="4885597" y="37327"/>
                  <a:pt x="4999052" y="40520"/>
                  <a:pt x="5112224" y="33456"/>
                </a:cubicBezTo>
                <a:lnTo>
                  <a:pt x="5477482" y="6922"/>
                </a:lnTo>
                <a:lnTo>
                  <a:pt x="5517883" y="7607"/>
                </a:lnTo>
                <a:lnTo>
                  <a:pt x="5555683" y="6426"/>
                </a:lnTo>
                <a:cubicBezTo>
                  <a:pt x="5626335" y="3737"/>
                  <a:pt x="5704795" y="995"/>
                  <a:pt x="5791061" y="21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54306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59D998-AB6C-46E1-B394-118E9A1E2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3B88C7-CDAB-A01D-3EB4-2579CEF94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4" r="5417" b="-1"/>
          <a:stretch>
            <a:fillRect/>
          </a:stretch>
        </p:blipFill>
        <p:spPr>
          <a:xfrm>
            <a:off x="20" y="10"/>
            <a:ext cx="12191980" cy="6865943"/>
          </a:xfrm>
          <a:custGeom>
            <a:avLst/>
            <a:gdLst/>
            <a:ahLst/>
            <a:cxnLst/>
            <a:rect l="l" t="t" r="r" b="b"/>
            <a:pathLst>
              <a:path w="12192000" h="6857681">
                <a:moveTo>
                  <a:pt x="0" y="0"/>
                </a:moveTo>
                <a:lnTo>
                  <a:pt x="6033794" y="0"/>
                </a:lnTo>
                <a:lnTo>
                  <a:pt x="6104632" y="17448"/>
                </a:lnTo>
                <a:cubicBezTo>
                  <a:pt x="6167597" y="23966"/>
                  <a:pt x="6148747" y="27214"/>
                  <a:pt x="6198111" y="26888"/>
                </a:cubicBezTo>
                <a:cubicBezTo>
                  <a:pt x="6203032" y="26525"/>
                  <a:pt x="6212450" y="35708"/>
                  <a:pt x="6231511" y="33431"/>
                </a:cubicBezTo>
                <a:cubicBezTo>
                  <a:pt x="6261681" y="37362"/>
                  <a:pt x="6245025" y="48416"/>
                  <a:pt x="6283668" y="52056"/>
                </a:cubicBezTo>
                <a:cubicBezTo>
                  <a:pt x="6280095" y="55478"/>
                  <a:pt x="6317954" y="53783"/>
                  <a:pt x="6321602" y="65933"/>
                </a:cubicBezTo>
                <a:cubicBezTo>
                  <a:pt x="6338020" y="69803"/>
                  <a:pt x="6363241" y="73066"/>
                  <a:pt x="6382175" y="75274"/>
                </a:cubicBezTo>
                <a:cubicBezTo>
                  <a:pt x="6410543" y="81224"/>
                  <a:pt x="6424665" y="87641"/>
                  <a:pt x="6428857" y="91880"/>
                </a:cubicBezTo>
                <a:cubicBezTo>
                  <a:pt x="6457257" y="98611"/>
                  <a:pt x="6454186" y="99822"/>
                  <a:pt x="6491478" y="114104"/>
                </a:cubicBezTo>
                <a:cubicBezTo>
                  <a:pt x="6513363" y="108974"/>
                  <a:pt x="6532168" y="120070"/>
                  <a:pt x="6541328" y="130204"/>
                </a:cubicBezTo>
                <a:cubicBezTo>
                  <a:pt x="6566101" y="139804"/>
                  <a:pt x="6619910" y="162727"/>
                  <a:pt x="6655300" y="165762"/>
                </a:cubicBezTo>
                <a:cubicBezTo>
                  <a:pt x="6709422" y="165032"/>
                  <a:pt x="6694278" y="176304"/>
                  <a:pt x="6718357" y="184874"/>
                </a:cubicBezTo>
                <a:cubicBezTo>
                  <a:pt x="6737101" y="195527"/>
                  <a:pt x="6734493" y="186329"/>
                  <a:pt x="6754054" y="199796"/>
                </a:cubicBezTo>
                <a:lnTo>
                  <a:pt x="6790284" y="215417"/>
                </a:lnTo>
                <a:lnTo>
                  <a:pt x="6833979" y="239878"/>
                </a:lnTo>
                <a:lnTo>
                  <a:pt x="6843981" y="246602"/>
                </a:lnTo>
                <a:cubicBezTo>
                  <a:pt x="6849111" y="246626"/>
                  <a:pt x="6852366" y="247045"/>
                  <a:pt x="6854445" y="247782"/>
                </a:cubicBezTo>
                <a:cubicBezTo>
                  <a:pt x="6854496" y="247881"/>
                  <a:pt x="6854549" y="247980"/>
                  <a:pt x="6854600" y="248079"/>
                </a:cubicBezTo>
                <a:lnTo>
                  <a:pt x="6869364" y="251040"/>
                </a:lnTo>
                <a:cubicBezTo>
                  <a:pt x="6886479" y="251404"/>
                  <a:pt x="6920818" y="277370"/>
                  <a:pt x="6937072" y="276678"/>
                </a:cubicBezTo>
                <a:cubicBezTo>
                  <a:pt x="6944247" y="293133"/>
                  <a:pt x="6941053" y="265766"/>
                  <a:pt x="6968404" y="280704"/>
                </a:cubicBezTo>
                <a:cubicBezTo>
                  <a:pt x="6980596" y="282696"/>
                  <a:pt x="6985722" y="284716"/>
                  <a:pt x="6995938" y="286247"/>
                </a:cubicBezTo>
                <a:cubicBezTo>
                  <a:pt x="6996079" y="286667"/>
                  <a:pt x="7029560" y="289467"/>
                  <a:pt x="7029701" y="289887"/>
                </a:cubicBezTo>
                <a:lnTo>
                  <a:pt x="7054104" y="293980"/>
                </a:lnTo>
                <a:lnTo>
                  <a:pt x="7059678" y="296051"/>
                </a:lnTo>
                <a:lnTo>
                  <a:pt x="7092167" y="292851"/>
                </a:lnTo>
                <a:lnTo>
                  <a:pt x="7108387" y="292672"/>
                </a:lnTo>
                <a:lnTo>
                  <a:pt x="7114139" y="289579"/>
                </a:lnTo>
                <a:cubicBezTo>
                  <a:pt x="7119705" y="287930"/>
                  <a:pt x="7126840" y="287741"/>
                  <a:pt x="7137488" y="290860"/>
                </a:cubicBezTo>
                <a:lnTo>
                  <a:pt x="7139729" y="292153"/>
                </a:lnTo>
                <a:lnTo>
                  <a:pt x="7172532" y="286561"/>
                </a:lnTo>
                <a:cubicBezTo>
                  <a:pt x="7179544" y="284784"/>
                  <a:pt x="7207552" y="294171"/>
                  <a:pt x="7213458" y="290616"/>
                </a:cubicBezTo>
                <a:cubicBezTo>
                  <a:pt x="7269364" y="295457"/>
                  <a:pt x="7303569" y="278925"/>
                  <a:pt x="7371827" y="290351"/>
                </a:cubicBezTo>
                <a:cubicBezTo>
                  <a:pt x="7417519" y="294938"/>
                  <a:pt x="7443196" y="294841"/>
                  <a:pt x="7472683" y="298450"/>
                </a:cubicBezTo>
                <a:cubicBezTo>
                  <a:pt x="7502170" y="302059"/>
                  <a:pt x="7529752" y="308462"/>
                  <a:pt x="7548749" y="312007"/>
                </a:cubicBezTo>
                <a:cubicBezTo>
                  <a:pt x="7567746" y="315552"/>
                  <a:pt x="7562619" y="317217"/>
                  <a:pt x="7586664" y="319723"/>
                </a:cubicBezTo>
                <a:cubicBezTo>
                  <a:pt x="7610709" y="322229"/>
                  <a:pt x="7669675" y="320322"/>
                  <a:pt x="7693021" y="327043"/>
                </a:cubicBezTo>
                <a:cubicBezTo>
                  <a:pt x="7718238" y="326359"/>
                  <a:pt x="7721537" y="337391"/>
                  <a:pt x="7735314" y="336075"/>
                </a:cubicBezTo>
                <a:cubicBezTo>
                  <a:pt x="7806549" y="352546"/>
                  <a:pt x="7865892" y="349618"/>
                  <a:pt x="7952583" y="346950"/>
                </a:cubicBezTo>
                <a:cubicBezTo>
                  <a:pt x="8009730" y="351831"/>
                  <a:pt x="8008698" y="354607"/>
                  <a:pt x="8033745" y="357420"/>
                </a:cubicBezTo>
                <a:cubicBezTo>
                  <a:pt x="8041390" y="360247"/>
                  <a:pt x="8045181" y="350414"/>
                  <a:pt x="8052068" y="354306"/>
                </a:cubicBezTo>
                <a:lnTo>
                  <a:pt x="8087434" y="359505"/>
                </a:lnTo>
                <a:lnTo>
                  <a:pt x="8113399" y="369645"/>
                </a:lnTo>
                <a:lnTo>
                  <a:pt x="8137804" y="376078"/>
                </a:lnTo>
                <a:lnTo>
                  <a:pt x="8167138" y="378809"/>
                </a:lnTo>
                <a:cubicBezTo>
                  <a:pt x="8176124" y="381225"/>
                  <a:pt x="8176713" y="389019"/>
                  <a:pt x="8188557" y="388892"/>
                </a:cubicBezTo>
                <a:cubicBezTo>
                  <a:pt x="8224517" y="394064"/>
                  <a:pt x="8289287" y="398547"/>
                  <a:pt x="8338182" y="404244"/>
                </a:cubicBezTo>
                <a:cubicBezTo>
                  <a:pt x="8362404" y="400849"/>
                  <a:pt x="8397142" y="407351"/>
                  <a:pt x="8407187" y="417040"/>
                </a:cubicBezTo>
                <a:cubicBezTo>
                  <a:pt x="8419182" y="419735"/>
                  <a:pt x="8448098" y="419784"/>
                  <a:pt x="8459765" y="417876"/>
                </a:cubicBezTo>
                <a:cubicBezTo>
                  <a:pt x="8470121" y="418155"/>
                  <a:pt x="8471999" y="421843"/>
                  <a:pt x="8485759" y="423277"/>
                </a:cubicBezTo>
                <a:cubicBezTo>
                  <a:pt x="8500778" y="426656"/>
                  <a:pt x="8533354" y="442668"/>
                  <a:pt x="8547497" y="447675"/>
                </a:cubicBezTo>
                <a:cubicBezTo>
                  <a:pt x="8561640" y="452682"/>
                  <a:pt x="8547256" y="447497"/>
                  <a:pt x="8570615" y="453317"/>
                </a:cubicBezTo>
                <a:cubicBezTo>
                  <a:pt x="8578949" y="455301"/>
                  <a:pt x="8577204" y="463036"/>
                  <a:pt x="8595122" y="466725"/>
                </a:cubicBezTo>
                <a:cubicBezTo>
                  <a:pt x="8613041" y="470415"/>
                  <a:pt x="8653176" y="474680"/>
                  <a:pt x="8678126" y="475454"/>
                </a:cubicBezTo>
                <a:cubicBezTo>
                  <a:pt x="8706000" y="462935"/>
                  <a:pt x="8696233" y="479979"/>
                  <a:pt x="8747203" y="464224"/>
                </a:cubicBezTo>
                <a:cubicBezTo>
                  <a:pt x="8748514" y="466239"/>
                  <a:pt x="8769343" y="465372"/>
                  <a:pt x="8790692" y="466720"/>
                </a:cubicBezTo>
                <a:cubicBezTo>
                  <a:pt x="8812041" y="468068"/>
                  <a:pt x="8857501" y="479363"/>
                  <a:pt x="8875298" y="472310"/>
                </a:cubicBezTo>
                <a:lnTo>
                  <a:pt x="9032306" y="471571"/>
                </a:lnTo>
                <a:lnTo>
                  <a:pt x="9122435" y="483407"/>
                </a:lnTo>
                <a:cubicBezTo>
                  <a:pt x="9153775" y="485302"/>
                  <a:pt x="9159039" y="493942"/>
                  <a:pt x="9179171" y="490552"/>
                </a:cubicBezTo>
                <a:cubicBezTo>
                  <a:pt x="9213108" y="492737"/>
                  <a:pt x="9191622" y="508779"/>
                  <a:pt x="9230778" y="495862"/>
                </a:cubicBezTo>
                <a:cubicBezTo>
                  <a:pt x="9220076" y="509598"/>
                  <a:pt x="9249178" y="492136"/>
                  <a:pt x="9269314" y="503195"/>
                </a:cubicBezTo>
                <a:cubicBezTo>
                  <a:pt x="9297556" y="495041"/>
                  <a:pt x="9326591" y="505312"/>
                  <a:pt x="9343734" y="506508"/>
                </a:cubicBezTo>
                <a:cubicBezTo>
                  <a:pt x="9360877" y="507704"/>
                  <a:pt x="9347612" y="511465"/>
                  <a:pt x="9372172" y="510372"/>
                </a:cubicBezTo>
                <a:lnTo>
                  <a:pt x="9406856" y="515908"/>
                </a:lnTo>
                <a:cubicBezTo>
                  <a:pt x="9405045" y="511337"/>
                  <a:pt x="9410063" y="512684"/>
                  <a:pt x="9423824" y="513399"/>
                </a:cubicBezTo>
                <a:lnTo>
                  <a:pt x="9460782" y="509325"/>
                </a:lnTo>
                <a:lnTo>
                  <a:pt x="9486144" y="513434"/>
                </a:lnTo>
                <a:cubicBezTo>
                  <a:pt x="9489544" y="513295"/>
                  <a:pt x="9513720" y="508821"/>
                  <a:pt x="9513235" y="505310"/>
                </a:cubicBezTo>
                <a:cubicBezTo>
                  <a:pt x="9539685" y="520038"/>
                  <a:pt x="9542332" y="510786"/>
                  <a:pt x="9569455" y="507032"/>
                </a:cubicBezTo>
                <a:cubicBezTo>
                  <a:pt x="9592710" y="508415"/>
                  <a:pt x="9572665" y="508880"/>
                  <a:pt x="9628861" y="510620"/>
                </a:cubicBezTo>
                <a:cubicBezTo>
                  <a:pt x="9650737" y="526789"/>
                  <a:pt x="9635011" y="498901"/>
                  <a:pt x="9677951" y="521543"/>
                </a:cubicBezTo>
                <a:cubicBezTo>
                  <a:pt x="9680053" y="519778"/>
                  <a:pt x="9706563" y="521397"/>
                  <a:pt x="9720438" y="523172"/>
                </a:cubicBezTo>
                <a:cubicBezTo>
                  <a:pt x="9734313" y="524947"/>
                  <a:pt x="9746849" y="522784"/>
                  <a:pt x="9761204" y="532196"/>
                </a:cubicBezTo>
                <a:cubicBezTo>
                  <a:pt x="9771692" y="535091"/>
                  <a:pt x="9752949" y="530854"/>
                  <a:pt x="9785747" y="535781"/>
                </a:cubicBezTo>
                <a:cubicBezTo>
                  <a:pt x="9818545" y="540708"/>
                  <a:pt x="9925449" y="557390"/>
                  <a:pt x="9957993" y="561756"/>
                </a:cubicBezTo>
                <a:cubicBezTo>
                  <a:pt x="9990537" y="566122"/>
                  <a:pt x="9967648" y="568686"/>
                  <a:pt x="9981009" y="569119"/>
                </a:cubicBezTo>
                <a:cubicBezTo>
                  <a:pt x="9994370" y="569552"/>
                  <a:pt x="10023139" y="562486"/>
                  <a:pt x="10038159" y="564356"/>
                </a:cubicBezTo>
                <a:cubicBezTo>
                  <a:pt x="10057015" y="566262"/>
                  <a:pt x="10059811" y="573563"/>
                  <a:pt x="10071129" y="573194"/>
                </a:cubicBezTo>
                <a:cubicBezTo>
                  <a:pt x="10081593" y="562977"/>
                  <a:pt x="10092704" y="563090"/>
                  <a:pt x="10110830" y="569286"/>
                </a:cubicBezTo>
                <a:cubicBezTo>
                  <a:pt x="10144643" y="572070"/>
                  <a:pt x="10144670" y="561560"/>
                  <a:pt x="10177323" y="563075"/>
                </a:cubicBezTo>
                <a:cubicBezTo>
                  <a:pt x="10191652" y="562496"/>
                  <a:pt x="10199318" y="565790"/>
                  <a:pt x="10223224" y="562516"/>
                </a:cubicBezTo>
                <a:cubicBezTo>
                  <a:pt x="10240245" y="563214"/>
                  <a:pt x="10274444" y="564970"/>
                  <a:pt x="10297489" y="554688"/>
                </a:cubicBezTo>
                <a:cubicBezTo>
                  <a:pt x="10322484" y="553379"/>
                  <a:pt x="10304332" y="552915"/>
                  <a:pt x="10331612" y="555505"/>
                </a:cubicBezTo>
                <a:cubicBezTo>
                  <a:pt x="10364938" y="556023"/>
                  <a:pt x="10378810" y="549792"/>
                  <a:pt x="10398068" y="551274"/>
                </a:cubicBezTo>
                <a:cubicBezTo>
                  <a:pt x="10410608" y="547019"/>
                  <a:pt x="10396406" y="552090"/>
                  <a:pt x="10444604" y="546749"/>
                </a:cubicBezTo>
                <a:cubicBezTo>
                  <a:pt x="10463706" y="556208"/>
                  <a:pt x="10480046" y="543272"/>
                  <a:pt x="10496391" y="545310"/>
                </a:cubicBezTo>
                <a:cubicBezTo>
                  <a:pt x="10522313" y="544276"/>
                  <a:pt x="10586025" y="544389"/>
                  <a:pt x="10609659" y="542925"/>
                </a:cubicBezTo>
                <a:cubicBezTo>
                  <a:pt x="10633293" y="541461"/>
                  <a:pt x="10608137" y="539280"/>
                  <a:pt x="10638198" y="536528"/>
                </a:cubicBezTo>
                <a:cubicBezTo>
                  <a:pt x="10693566" y="548777"/>
                  <a:pt x="10724464" y="526732"/>
                  <a:pt x="10780502" y="524034"/>
                </a:cubicBezTo>
                <a:cubicBezTo>
                  <a:pt x="10814519" y="506962"/>
                  <a:pt x="10838626" y="524696"/>
                  <a:pt x="10875821" y="511631"/>
                </a:cubicBezTo>
                <a:cubicBezTo>
                  <a:pt x="10900992" y="507636"/>
                  <a:pt x="10904648" y="511453"/>
                  <a:pt x="10918825" y="509588"/>
                </a:cubicBezTo>
                <a:cubicBezTo>
                  <a:pt x="10933002" y="507723"/>
                  <a:pt x="10948992" y="503227"/>
                  <a:pt x="10960884" y="500440"/>
                </a:cubicBezTo>
                <a:cubicBezTo>
                  <a:pt x="10967249" y="504078"/>
                  <a:pt x="11016720" y="497668"/>
                  <a:pt x="11015578" y="492864"/>
                </a:cubicBezTo>
                <a:cubicBezTo>
                  <a:pt x="11022928" y="494510"/>
                  <a:pt x="11043247" y="500882"/>
                  <a:pt x="11045541" y="493276"/>
                </a:cubicBezTo>
                <a:cubicBezTo>
                  <a:pt x="11083069" y="493195"/>
                  <a:pt x="11104152" y="492128"/>
                  <a:pt x="11136980" y="502266"/>
                </a:cubicBezTo>
                <a:cubicBezTo>
                  <a:pt x="11160311" y="506043"/>
                  <a:pt x="11144016" y="504016"/>
                  <a:pt x="11158537" y="506413"/>
                </a:cubicBezTo>
                <a:cubicBezTo>
                  <a:pt x="11173058" y="508810"/>
                  <a:pt x="11197248" y="504516"/>
                  <a:pt x="11220930" y="503946"/>
                </a:cubicBezTo>
                <a:cubicBezTo>
                  <a:pt x="11244941" y="504078"/>
                  <a:pt x="11272916" y="508160"/>
                  <a:pt x="11290697" y="509588"/>
                </a:cubicBezTo>
                <a:cubicBezTo>
                  <a:pt x="11308478" y="511016"/>
                  <a:pt x="11312720" y="510673"/>
                  <a:pt x="11327615" y="512515"/>
                </a:cubicBezTo>
                <a:cubicBezTo>
                  <a:pt x="11352471" y="509065"/>
                  <a:pt x="11373358" y="510883"/>
                  <a:pt x="11391973" y="518258"/>
                </a:cubicBezTo>
                <a:cubicBezTo>
                  <a:pt x="11406458" y="520151"/>
                  <a:pt x="11399034" y="524460"/>
                  <a:pt x="11409760" y="526257"/>
                </a:cubicBezTo>
                <a:cubicBezTo>
                  <a:pt x="11420486" y="528054"/>
                  <a:pt x="11427325" y="519930"/>
                  <a:pt x="11456330" y="521896"/>
                </a:cubicBezTo>
                <a:cubicBezTo>
                  <a:pt x="11466649" y="522293"/>
                  <a:pt x="11466304" y="529914"/>
                  <a:pt x="11488341" y="531019"/>
                </a:cubicBezTo>
                <a:cubicBezTo>
                  <a:pt x="11510378" y="532124"/>
                  <a:pt x="11598983" y="536881"/>
                  <a:pt x="11631415" y="538053"/>
                </a:cubicBezTo>
                <a:cubicBezTo>
                  <a:pt x="11663847" y="539225"/>
                  <a:pt x="11650717" y="536007"/>
                  <a:pt x="11666264" y="535672"/>
                </a:cubicBezTo>
                <a:cubicBezTo>
                  <a:pt x="11681811" y="535337"/>
                  <a:pt x="11700204" y="526934"/>
                  <a:pt x="11724698" y="536041"/>
                </a:cubicBezTo>
                <a:cubicBezTo>
                  <a:pt x="11743020" y="531196"/>
                  <a:pt x="11743491" y="542315"/>
                  <a:pt x="11763807" y="545183"/>
                </a:cubicBezTo>
                <a:cubicBezTo>
                  <a:pt x="11775016" y="549241"/>
                  <a:pt x="11789046" y="548064"/>
                  <a:pt x="11798300" y="550863"/>
                </a:cubicBezTo>
                <a:cubicBezTo>
                  <a:pt x="11807554" y="553662"/>
                  <a:pt x="11814870" y="554166"/>
                  <a:pt x="11821716" y="557213"/>
                </a:cubicBezTo>
                <a:cubicBezTo>
                  <a:pt x="11828562" y="560260"/>
                  <a:pt x="11830643" y="566367"/>
                  <a:pt x="11839374" y="569145"/>
                </a:cubicBezTo>
                <a:cubicBezTo>
                  <a:pt x="11848105" y="571923"/>
                  <a:pt x="11861759" y="576813"/>
                  <a:pt x="11871722" y="578644"/>
                </a:cubicBezTo>
                <a:cubicBezTo>
                  <a:pt x="11881685" y="580475"/>
                  <a:pt x="11880173" y="577641"/>
                  <a:pt x="11899154" y="580133"/>
                </a:cubicBezTo>
                <a:cubicBezTo>
                  <a:pt x="11930093" y="585454"/>
                  <a:pt x="11957956" y="589309"/>
                  <a:pt x="11992753" y="588833"/>
                </a:cubicBezTo>
                <a:cubicBezTo>
                  <a:pt x="11999276" y="598540"/>
                  <a:pt x="12009663" y="594134"/>
                  <a:pt x="12023554" y="588997"/>
                </a:cubicBezTo>
                <a:cubicBezTo>
                  <a:pt x="12049522" y="596077"/>
                  <a:pt x="12093380" y="601562"/>
                  <a:pt x="12137802" y="617391"/>
                </a:cubicBezTo>
                <a:cubicBezTo>
                  <a:pt x="12156710" y="627093"/>
                  <a:pt x="12160884" y="628759"/>
                  <a:pt x="12174434" y="631430"/>
                </a:cubicBezTo>
                <a:lnTo>
                  <a:pt x="12192000" y="634770"/>
                </a:lnTo>
                <a:lnTo>
                  <a:pt x="12192000" y="6857681"/>
                </a:lnTo>
                <a:lnTo>
                  <a:pt x="9979612" y="6857681"/>
                </a:lnTo>
                <a:lnTo>
                  <a:pt x="9971269" y="6854457"/>
                </a:lnTo>
                <a:cubicBezTo>
                  <a:pt x="9959912" y="6851181"/>
                  <a:pt x="9949163" y="6849764"/>
                  <a:pt x="9939502" y="6851921"/>
                </a:cubicBezTo>
                <a:cubicBezTo>
                  <a:pt x="9891606" y="6835635"/>
                  <a:pt x="9864404" y="6844006"/>
                  <a:pt x="9834453" y="6832151"/>
                </a:cubicBezTo>
                <a:cubicBezTo>
                  <a:pt x="9804501" y="6820296"/>
                  <a:pt x="9801374" y="6798259"/>
                  <a:pt x="9759795" y="6780787"/>
                </a:cubicBezTo>
                <a:cubicBezTo>
                  <a:pt x="9718217" y="6763314"/>
                  <a:pt x="9629817" y="6740362"/>
                  <a:pt x="9584980" y="6727313"/>
                </a:cubicBezTo>
                <a:cubicBezTo>
                  <a:pt x="9546420" y="6722010"/>
                  <a:pt x="9530408" y="6725469"/>
                  <a:pt x="9490770" y="6702489"/>
                </a:cubicBezTo>
                <a:cubicBezTo>
                  <a:pt x="9443320" y="6701025"/>
                  <a:pt x="9424336" y="6690023"/>
                  <a:pt x="9380405" y="6676541"/>
                </a:cubicBezTo>
                <a:cubicBezTo>
                  <a:pt x="9335978" y="6675243"/>
                  <a:pt x="9297645" y="6680915"/>
                  <a:pt x="9259939" y="6674414"/>
                </a:cubicBezTo>
                <a:cubicBezTo>
                  <a:pt x="9244772" y="6679394"/>
                  <a:pt x="9230416" y="6681084"/>
                  <a:pt x="9216296" y="6672209"/>
                </a:cubicBezTo>
                <a:cubicBezTo>
                  <a:pt x="9174886" y="6673387"/>
                  <a:pt x="9165078" y="6684906"/>
                  <a:pt x="9138624" y="6674601"/>
                </a:cubicBezTo>
                <a:cubicBezTo>
                  <a:pt x="9108454" y="6672027"/>
                  <a:pt x="9060163" y="6657862"/>
                  <a:pt x="9035273" y="6656766"/>
                </a:cubicBezTo>
                <a:cubicBezTo>
                  <a:pt x="9043993" y="6670577"/>
                  <a:pt x="8988276" y="6655711"/>
                  <a:pt x="8989286" y="6668016"/>
                </a:cubicBezTo>
                <a:cubicBezTo>
                  <a:pt x="8965548" y="6651220"/>
                  <a:pt x="8960144" y="6673151"/>
                  <a:pt x="8932387" y="6668707"/>
                </a:cubicBezTo>
                <a:cubicBezTo>
                  <a:pt x="8918435" y="6662528"/>
                  <a:pt x="8909159" y="6661716"/>
                  <a:pt x="8898375" y="6669282"/>
                </a:cubicBezTo>
                <a:cubicBezTo>
                  <a:pt x="8833747" y="6639096"/>
                  <a:pt x="8863155" y="6669089"/>
                  <a:pt x="8806495" y="6658618"/>
                </a:cubicBezTo>
                <a:cubicBezTo>
                  <a:pt x="8757168" y="6647242"/>
                  <a:pt x="8702613" y="6640665"/>
                  <a:pt x="8650927" y="6611139"/>
                </a:cubicBezTo>
                <a:cubicBezTo>
                  <a:pt x="8640770" y="6602610"/>
                  <a:pt x="8619775" y="6599998"/>
                  <a:pt x="8604033" y="6605300"/>
                </a:cubicBezTo>
                <a:cubicBezTo>
                  <a:pt x="8601324" y="6606213"/>
                  <a:pt x="8598878" y="6607331"/>
                  <a:pt x="8596767" y="6608618"/>
                </a:cubicBezTo>
                <a:cubicBezTo>
                  <a:pt x="8565299" y="6587556"/>
                  <a:pt x="8548876" y="6598771"/>
                  <a:pt x="8533762" y="6584302"/>
                </a:cubicBezTo>
                <a:cubicBezTo>
                  <a:pt x="8487059" y="6579247"/>
                  <a:pt x="8451683" y="6594395"/>
                  <a:pt x="8437660" y="6581725"/>
                </a:cubicBezTo>
                <a:cubicBezTo>
                  <a:pt x="8414209" y="6582991"/>
                  <a:pt x="8383722" y="6598678"/>
                  <a:pt x="8364494" y="6585073"/>
                </a:cubicBezTo>
                <a:cubicBezTo>
                  <a:pt x="8363342" y="6596536"/>
                  <a:pt x="8336540" y="6576888"/>
                  <a:pt x="8323751" y="6584665"/>
                </a:cubicBezTo>
                <a:cubicBezTo>
                  <a:pt x="8314841" y="6591411"/>
                  <a:pt x="8304634" y="6587022"/>
                  <a:pt x="8293791" y="6586903"/>
                </a:cubicBezTo>
                <a:cubicBezTo>
                  <a:pt x="8280721" y="6592424"/>
                  <a:pt x="8232642" y="6585021"/>
                  <a:pt x="8219223" y="6578961"/>
                </a:cubicBezTo>
                <a:cubicBezTo>
                  <a:pt x="8185638" y="6557431"/>
                  <a:pt x="8123924" y="6576522"/>
                  <a:pt x="8096330" y="6560092"/>
                </a:cubicBezTo>
                <a:cubicBezTo>
                  <a:pt x="8087121" y="6557869"/>
                  <a:pt x="8078422" y="6557144"/>
                  <a:pt x="8070086" y="6557355"/>
                </a:cubicBezTo>
                <a:lnTo>
                  <a:pt x="8047207" y="6560092"/>
                </a:lnTo>
                <a:lnTo>
                  <a:pt x="8041620" y="6565163"/>
                </a:lnTo>
                <a:lnTo>
                  <a:pt x="8027134" y="6564473"/>
                </a:lnTo>
                <a:lnTo>
                  <a:pt x="8023214" y="6565355"/>
                </a:lnTo>
                <a:cubicBezTo>
                  <a:pt x="8015729" y="6567060"/>
                  <a:pt x="8008307" y="6568574"/>
                  <a:pt x="8000801" y="6569339"/>
                </a:cubicBezTo>
                <a:cubicBezTo>
                  <a:pt x="8005606" y="6544751"/>
                  <a:pt x="7937754" y="6571777"/>
                  <a:pt x="7954618" y="6551428"/>
                </a:cubicBezTo>
                <a:cubicBezTo>
                  <a:pt x="7914215" y="6551344"/>
                  <a:pt x="7940865" y="6531998"/>
                  <a:pt x="7896427" y="6551123"/>
                </a:cubicBezTo>
                <a:lnTo>
                  <a:pt x="7643090" y="6532163"/>
                </a:lnTo>
                <a:cubicBezTo>
                  <a:pt x="7673996" y="6576436"/>
                  <a:pt x="7562550" y="6494154"/>
                  <a:pt x="7553164" y="6525457"/>
                </a:cubicBezTo>
                <a:cubicBezTo>
                  <a:pt x="7546247" y="6496957"/>
                  <a:pt x="7465610" y="6497391"/>
                  <a:pt x="7421154" y="6476273"/>
                </a:cubicBezTo>
                <a:cubicBezTo>
                  <a:pt x="7361551" y="6472649"/>
                  <a:pt x="7315144" y="6450550"/>
                  <a:pt x="7255968" y="6462166"/>
                </a:cubicBezTo>
                <a:cubicBezTo>
                  <a:pt x="7253251" y="6458417"/>
                  <a:pt x="7249451" y="6455333"/>
                  <a:pt x="7244911" y="6452730"/>
                </a:cubicBezTo>
                <a:lnTo>
                  <a:pt x="7230265" y="6446549"/>
                </a:lnTo>
                <a:lnTo>
                  <a:pt x="7227815" y="6447125"/>
                </a:lnTo>
                <a:cubicBezTo>
                  <a:pt x="7217801" y="6447570"/>
                  <a:pt x="7212312" y="6446146"/>
                  <a:pt x="7208840" y="6443899"/>
                </a:cubicBezTo>
                <a:lnTo>
                  <a:pt x="7205995" y="6440529"/>
                </a:lnTo>
                <a:lnTo>
                  <a:pt x="7193384" y="6437481"/>
                </a:lnTo>
                <a:lnTo>
                  <a:pt x="7169652" y="6429226"/>
                </a:lnTo>
                <a:lnTo>
                  <a:pt x="7164173" y="6429791"/>
                </a:lnTo>
                <a:lnTo>
                  <a:pt x="7126763" y="6420626"/>
                </a:lnTo>
                <a:lnTo>
                  <a:pt x="7125753" y="6421501"/>
                </a:lnTo>
                <a:cubicBezTo>
                  <a:pt x="7122639" y="6423254"/>
                  <a:pt x="7118733" y="6424154"/>
                  <a:pt x="7113057" y="6423293"/>
                </a:cubicBezTo>
                <a:cubicBezTo>
                  <a:pt x="7114552" y="6439288"/>
                  <a:pt x="7106783" y="6428384"/>
                  <a:pt x="7089914" y="6424434"/>
                </a:cubicBezTo>
                <a:cubicBezTo>
                  <a:pt x="7088470" y="6448394"/>
                  <a:pt x="7044915" y="6428308"/>
                  <a:pt x="7030458" y="6439456"/>
                </a:cubicBezTo>
                <a:cubicBezTo>
                  <a:pt x="7018098" y="6436014"/>
                  <a:pt x="7005002" y="6432811"/>
                  <a:pt x="6991398" y="6430012"/>
                </a:cubicBezTo>
                <a:lnTo>
                  <a:pt x="6983250" y="6428652"/>
                </a:lnTo>
                <a:lnTo>
                  <a:pt x="6982969" y="6428851"/>
                </a:lnTo>
                <a:cubicBezTo>
                  <a:pt x="6980946" y="6429033"/>
                  <a:pt x="6978171" y="6428766"/>
                  <a:pt x="6974140" y="6427864"/>
                </a:cubicBezTo>
                <a:lnTo>
                  <a:pt x="6968396" y="6426177"/>
                </a:lnTo>
                <a:lnTo>
                  <a:pt x="6952590" y="6423541"/>
                </a:lnTo>
                <a:lnTo>
                  <a:pt x="6946361" y="6424122"/>
                </a:lnTo>
                <a:lnTo>
                  <a:pt x="6942752" y="6426497"/>
                </a:lnTo>
                <a:lnTo>
                  <a:pt x="6941472" y="6425953"/>
                </a:lnTo>
                <a:cubicBezTo>
                  <a:pt x="6933258" y="6419432"/>
                  <a:pt x="6934084" y="6412085"/>
                  <a:pt x="6907932" y="6428597"/>
                </a:cubicBezTo>
                <a:cubicBezTo>
                  <a:pt x="6887113" y="6416820"/>
                  <a:pt x="6874835" y="6427475"/>
                  <a:pt x="6837100" y="6425985"/>
                </a:cubicBezTo>
                <a:cubicBezTo>
                  <a:pt x="6826990" y="6416391"/>
                  <a:pt x="6813527" y="6417132"/>
                  <a:pt x="6798354" y="6421041"/>
                </a:cubicBezTo>
                <a:cubicBezTo>
                  <a:pt x="6766250" y="6412267"/>
                  <a:pt x="6729955" y="6415375"/>
                  <a:pt x="6690235" y="6411268"/>
                </a:cubicBezTo>
                <a:cubicBezTo>
                  <a:pt x="6654585" y="6395260"/>
                  <a:pt x="6622599" y="6408785"/>
                  <a:pt x="6580197" y="6404322"/>
                </a:cubicBezTo>
                <a:cubicBezTo>
                  <a:pt x="6554864" y="6382418"/>
                  <a:pt x="6541862" y="6413854"/>
                  <a:pt x="6516748" y="6416928"/>
                </a:cubicBezTo>
                <a:lnTo>
                  <a:pt x="6510427" y="6416567"/>
                </a:lnTo>
                <a:lnTo>
                  <a:pt x="6496409" y="6411723"/>
                </a:lnTo>
                <a:lnTo>
                  <a:pt x="6491671" y="6409264"/>
                </a:lnTo>
                <a:cubicBezTo>
                  <a:pt x="6488210" y="6407807"/>
                  <a:pt x="6485652" y="6407144"/>
                  <a:pt x="6483603" y="6407023"/>
                </a:cubicBezTo>
                <a:lnTo>
                  <a:pt x="6483235" y="6407169"/>
                </a:lnTo>
                <a:lnTo>
                  <a:pt x="6476007" y="6404672"/>
                </a:lnTo>
                <a:cubicBezTo>
                  <a:pt x="6464202" y="6399995"/>
                  <a:pt x="6453088" y="6395002"/>
                  <a:pt x="6442802" y="6389891"/>
                </a:cubicBezTo>
                <a:cubicBezTo>
                  <a:pt x="6423332" y="6398448"/>
                  <a:pt x="6390988" y="6372810"/>
                  <a:pt x="6377838" y="6395551"/>
                </a:cubicBezTo>
                <a:cubicBezTo>
                  <a:pt x="6363436" y="6389290"/>
                  <a:pt x="6361258" y="6377704"/>
                  <a:pt x="6354860" y="6393247"/>
                </a:cubicBezTo>
                <a:cubicBezTo>
                  <a:pt x="6349784" y="6391587"/>
                  <a:pt x="6345558" y="6391878"/>
                  <a:pt x="6341683" y="6393098"/>
                </a:cubicBezTo>
                <a:lnTo>
                  <a:pt x="6340276" y="6393789"/>
                </a:lnTo>
                <a:lnTo>
                  <a:pt x="6308531" y="6379516"/>
                </a:lnTo>
                <a:lnTo>
                  <a:pt x="6302948" y="6379253"/>
                </a:lnTo>
                <a:cubicBezTo>
                  <a:pt x="6248814" y="6382108"/>
                  <a:pt x="6205926" y="6362006"/>
                  <a:pt x="6140607" y="6334265"/>
                </a:cubicBezTo>
                <a:cubicBezTo>
                  <a:pt x="6137487" y="6331108"/>
                  <a:pt x="6051161" y="6339116"/>
                  <a:pt x="6050365" y="6335126"/>
                </a:cubicBezTo>
                <a:cubicBezTo>
                  <a:pt x="6006576" y="6331181"/>
                  <a:pt x="6035144" y="6327580"/>
                  <a:pt x="5978838" y="6322018"/>
                </a:cubicBezTo>
                <a:cubicBezTo>
                  <a:pt x="5962530" y="6314338"/>
                  <a:pt x="5894920" y="6289616"/>
                  <a:pt x="5897645" y="6301654"/>
                </a:cubicBezTo>
                <a:lnTo>
                  <a:pt x="5796158" y="6279213"/>
                </a:lnTo>
                <a:lnTo>
                  <a:pt x="5664797" y="6258481"/>
                </a:lnTo>
                <a:lnTo>
                  <a:pt x="5558293" y="6242384"/>
                </a:lnTo>
                <a:lnTo>
                  <a:pt x="5549921" y="6243309"/>
                </a:lnTo>
                <a:lnTo>
                  <a:pt x="5528450" y="6240218"/>
                </a:lnTo>
                <a:lnTo>
                  <a:pt x="5520604" y="6238128"/>
                </a:lnTo>
                <a:cubicBezTo>
                  <a:pt x="5515114" y="6237034"/>
                  <a:pt x="5511354" y="6236750"/>
                  <a:pt x="5508634" y="6237043"/>
                </a:cubicBezTo>
                <a:lnTo>
                  <a:pt x="5508268" y="6237311"/>
                </a:lnTo>
                <a:lnTo>
                  <a:pt x="5497199" y="6235718"/>
                </a:lnTo>
                <a:cubicBezTo>
                  <a:pt x="5478687" y="6232353"/>
                  <a:pt x="5460838" y="6228438"/>
                  <a:pt x="5443971" y="6224189"/>
                </a:cubicBezTo>
                <a:cubicBezTo>
                  <a:pt x="5425088" y="6239333"/>
                  <a:pt x="5365198" y="6213813"/>
                  <a:pt x="5364587" y="6245607"/>
                </a:cubicBezTo>
                <a:cubicBezTo>
                  <a:pt x="5341603" y="6240798"/>
                  <a:pt x="5330518" y="6226543"/>
                  <a:pt x="5333425" y="6247706"/>
                </a:cubicBezTo>
                <a:cubicBezTo>
                  <a:pt x="5325718" y="6246708"/>
                  <a:pt x="5320498" y="6247999"/>
                  <a:pt x="5316391" y="6250403"/>
                </a:cubicBezTo>
                <a:lnTo>
                  <a:pt x="5315083" y="6251588"/>
                </a:lnTo>
                <a:lnTo>
                  <a:pt x="5264093" y="6240388"/>
                </a:lnTo>
                <a:lnTo>
                  <a:pt x="5256734" y="6241276"/>
                </a:lnTo>
                <a:lnTo>
                  <a:pt x="5224251" y="6230935"/>
                </a:lnTo>
                <a:lnTo>
                  <a:pt x="5207068" y="6227214"/>
                </a:lnTo>
                <a:lnTo>
                  <a:pt x="5203042" y="6222819"/>
                </a:lnTo>
                <a:lnTo>
                  <a:pt x="5013633" y="6212104"/>
                </a:lnTo>
                <a:cubicBezTo>
                  <a:pt x="5007363" y="6208771"/>
                  <a:pt x="4867451" y="6189553"/>
                  <a:pt x="4863573" y="6184654"/>
                </a:cubicBezTo>
                <a:lnTo>
                  <a:pt x="4651416" y="6166539"/>
                </a:lnTo>
                <a:cubicBezTo>
                  <a:pt x="4624977" y="6160344"/>
                  <a:pt x="4469364" y="6128170"/>
                  <a:pt x="4481486" y="6142882"/>
                </a:cubicBezTo>
                <a:cubicBezTo>
                  <a:pt x="4405439" y="6106748"/>
                  <a:pt x="4365783" y="6101727"/>
                  <a:pt x="4269331" y="6098123"/>
                </a:cubicBezTo>
                <a:cubicBezTo>
                  <a:pt x="4210440" y="6124597"/>
                  <a:pt x="4245321" y="6098279"/>
                  <a:pt x="4190801" y="6099192"/>
                </a:cubicBezTo>
                <a:cubicBezTo>
                  <a:pt x="4212420" y="6071793"/>
                  <a:pt x="4151268" y="6084104"/>
                  <a:pt x="4127486" y="6076624"/>
                </a:cubicBezTo>
                <a:cubicBezTo>
                  <a:pt x="4117403" y="6077826"/>
                  <a:pt x="4107474" y="6080022"/>
                  <a:pt x="4097468" y="6082472"/>
                </a:cubicBezTo>
                <a:lnTo>
                  <a:pt x="4092230" y="6083737"/>
                </a:lnTo>
                <a:lnTo>
                  <a:pt x="4072646" y="6083192"/>
                </a:lnTo>
                <a:lnTo>
                  <a:pt x="4065392" y="6090055"/>
                </a:lnTo>
                <a:lnTo>
                  <a:pt x="4034674" y="6094262"/>
                </a:lnTo>
                <a:cubicBezTo>
                  <a:pt x="4023438" y="6094753"/>
                  <a:pt x="4011659" y="6094013"/>
                  <a:pt x="3999109" y="6091300"/>
                </a:cubicBezTo>
                <a:cubicBezTo>
                  <a:pt x="3960965" y="6070220"/>
                  <a:pt x="3878759" y="6097089"/>
                  <a:pt x="3832245" y="6069403"/>
                </a:cubicBezTo>
                <a:cubicBezTo>
                  <a:pt x="3780875" y="6064935"/>
                  <a:pt x="3723613" y="6065226"/>
                  <a:pt x="3690889" y="6064489"/>
                </a:cubicBezTo>
                <a:cubicBezTo>
                  <a:pt x="3674068" y="6075123"/>
                  <a:pt x="3636813" y="6049759"/>
                  <a:pt x="3635899" y="6064980"/>
                </a:cubicBezTo>
                <a:lnTo>
                  <a:pt x="3620576" y="6070271"/>
                </a:lnTo>
                <a:lnTo>
                  <a:pt x="3604087" y="6064439"/>
                </a:lnTo>
                <a:cubicBezTo>
                  <a:pt x="3590166" y="6069757"/>
                  <a:pt x="3579308" y="6073243"/>
                  <a:pt x="3568387" y="6069146"/>
                </a:cubicBezTo>
                <a:lnTo>
                  <a:pt x="3503818" y="6089506"/>
                </a:lnTo>
                <a:cubicBezTo>
                  <a:pt x="3510915" y="6100196"/>
                  <a:pt x="3472416" y="6088681"/>
                  <a:pt x="3466246" y="6098777"/>
                </a:cubicBezTo>
                <a:cubicBezTo>
                  <a:pt x="3462890" y="6107015"/>
                  <a:pt x="3450430" y="6105442"/>
                  <a:pt x="3440422" y="6107901"/>
                </a:cubicBezTo>
                <a:cubicBezTo>
                  <a:pt x="3432391" y="6116010"/>
                  <a:pt x="3383132" y="6120663"/>
                  <a:pt x="3366542" y="6118330"/>
                </a:cubicBezTo>
                <a:cubicBezTo>
                  <a:pt x="3311828" y="6124732"/>
                  <a:pt x="3277604" y="6138667"/>
                  <a:pt x="3240669" y="6130264"/>
                </a:cubicBezTo>
                <a:cubicBezTo>
                  <a:pt x="3230661" y="6130422"/>
                  <a:pt x="3222184" y="6131822"/>
                  <a:pt x="3214708" y="6133988"/>
                </a:cubicBezTo>
                <a:lnTo>
                  <a:pt x="3194214" y="6147821"/>
                </a:lnTo>
                <a:lnTo>
                  <a:pt x="3180468" y="6150623"/>
                </a:lnTo>
                <a:lnTo>
                  <a:pt x="3177508" y="6152351"/>
                </a:lnTo>
                <a:cubicBezTo>
                  <a:pt x="3171873" y="6155673"/>
                  <a:pt x="3166158" y="6158806"/>
                  <a:pt x="3159834" y="6161276"/>
                </a:cubicBezTo>
                <a:cubicBezTo>
                  <a:pt x="3135185" y="6159416"/>
                  <a:pt x="3121213" y="6160394"/>
                  <a:pt x="3104835" y="6155927"/>
                </a:cubicBezTo>
                <a:cubicBezTo>
                  <a:pt x="3067805" y="6165414"/>
                  <a:pt x="3078432" y="6141523"/>
                  <a:pt x="3051373" y="6169421"/>
                </a:cubicBezTo>
                <a:cubicBezTo>
                  <a:pt x="2978033" y="6169169"/>
                  <a:pt x="2947947" y="6220998"/>
                  <a:pt x="2877306" y="6208324"/>
                </a:cubicBezTo>
                <a:cubicBezTo>
                  <a:pt x="2821913" y="6217975"/>
                  <a:pt x="2762952" y="6223226"/>
                  <a:pt x="2719018" y="6227333"/>
                </a:cubicBezTo>
                <a:cubicBezTo>
                  <a:pt x="2639811" y="6232636"/>
                  <a:pt x="2504877" y="6234795"/>
                  <a:pt x="2454061" y="6236538"/>
                </a:cubicBezTo>
                <a:cubicBezTo>
                  <a:pt x="2403245" y="6238280"/>
                  <a:pt x="2420126" y="6239079"/>
                  <a:pt x="2414120" y="6237789"/>
                </a:cubicBezTo>
                <a:lnTo>
                  <a:pt x="2384765" y="6235638"/>
                </a:lnTo>
                <a:lnTo>
                  <a:pt x="2365600" y="6233135"/>
                </a:lnTo>
                <a:cubicBezTo>
                  <a:pt x="2356752" y="6235910"/>
                  <a:pt x="2350716" y="6235915"/>
                  <a:pt x="2345941" y="6234695"/>
                </a:cubicBezTo>
                <a:lnTo>
                  <a:pt x="2340941" y="6232305"/>
                </a:lnTo>
                <a:lnTo>
                  <a:pt x="2327235" y="6232519"/>
                </a:lnTo>
                <a:lnTo>
                  <a:pt x="2299646" y="6230633"/>
                </a:lnTo>
                <a:lnTo>
                  <a:pt x="2295035" y="6232443"/>
                </a:lnTo>
                <a:lnTo>
                  <a:pt x="2268728" y="6240177"/>
                </a:lnTo>
                <a:cubicBezTo>
                  <a:pt x="2268628" y="6240521"/>
                  <a:pt x="2254084" y="6233657"/>
                  <a:pt x="2253984" y="6234001"/>
                </a:cubicBezTo>
                <a:cubicBezTo>
                  <a:pt x="2239122" y="6237048"/>
                  <a:pt x="2209108" y="6234931"/>
                  <a:pt x="2191113" y="6240434"/>
                </a:cubicBezTo>
                <a:lnTo>
                  <a:pt x="2146012" y="6259810"/>
                </a:lnTo>
                <a:cubicBezTo>
                  <a:pt x="2145973" y="6259892"/>
                  <a:pt x="2128598" y="6274390"/>
                  <a:pt x="2128560" y="6274472"/>
                </a:cubicBezTo>
                <a:cubicBezTo>
                  <a:pt x="2126838" y="6275117"/>
                  <a:pt x="2124109" y="6275530"/>
                  <a:pt x="2119778" y="6275665"/>
                </a:cubicBezTo>
                <a:lnTo>
                  <a:pt x="2110434" y="6282700"/>
                </a:lnTo>
                <a:lnTo>
                  <a:pt x="2081418" y="6289059"/>
                </a:lnTo>
                <a:lnTo>
                  <a:pt x="2088526" y="6281659"/>
                </a:lnTo>
                <a:cubicBezTo>
                  <a:pt x="2076371" y="6277676"/>
                  <a:pt x="2071903" y="6270803"/>
                  <a:pt x="2059717" y="6292002"/>
                </a:cubicBezTo>
                <a:cubicBezTo>
                  <a:pt x="2032291" y="6286224"/>
                  <a:pt x="2028634" y="6298813"/>
                  <a:pt x="1993045" y="6306390"/>
                </a:cubicBezTo>
                <a:cubicBezTo>
                  <a:pt x="1976971" y="6300063"/>
                  <a:pt x="1965178" y="6303922"/>
                  <a:pt x="1954075" y="6311066"/>
                </a:cubicBezTo>
                <a:cubicBezTo>
                  <a:pt x="1918456" y="6310689"/>
                  <a:pt x="1887456" y="6322102"/>
                  <a:pt x="1848190" y="6327771"/>
                </a:cubicBezTo>
                <a:lnTo>
                  <a:pt x="1737951" y="6344513"/>
                </a:lnTo>
                <a:lnTo>
                  <a:pt x="1696709" y="6346605"/>
                </a:lnTo>
                <a:cubicBezTo>
                  <a:pt x="1692504" y="6346100"/>
                  <a:pt x="1663837" y="6347211"/>
                  <a:pt x="1661872" y="6347587"/>
                </a:cubicBezTo>
                <a:lnTo>
                  <a:pt x="1655864" y="6347808"/>
                </a:lnTo>
                <a:lnTo>
                  <a:pt x="1633028" y="6358060"/>
                </a:lnTo>
                <a:cubicBezTo>
                  <a:pt x="1618899" y="6356602"/>
                  <a:pt x="1619623" y="6369112"/>
                  <a:pt x="1606576" y="6366899"/>
                </a:cubicBezTo>
                <a:lnTo>
                  <a:pt x="1461291" y="6379054"/>
                </a:lnTo>
                <a:lnTo>
                  <a:pt x="1428798" y="6379606"/>
                </a:lnTo>
                <a:cubicBezTo>
                  <a:pt x="1424834" y="6377722"/>
                  <a:pt x="1419064" y="6376842"/>
                  <a:pt x="1409244" y="6378241"/>
                </a:cubicBezTo>
                <a:lnTo>
                  <a:pt x="1406951" y="6379043"/>
                </a:lnTo>
                <a:lnTo>
                  <a:pt x="1391002" y="6374347"/>
                </a:lnTo>
                <a:cubicBezTo>
                  <a:pt x="1385899" y="6372215"/>
                  <a:pt x="1381417" y="6369535"/>
                  <a:pt x="1377852" y="6366097"/>
                </a:cubicBezTo>
                <a:cubicBezTo>
                  <a:pt x="1352108" y="6365458"/>
                  <a:pt x="1267249" y="6359383"/>
                  <a:pt x="1239424" y="6359700"/>
                </a:cubicBezTo>
                <a:cubicBezTo>
                  <a:pt x="1211599" y="6360016"/>
                  <a:pt x="1221978" y="6361392"/>
                  <a:pt x="1208014" y="6357188"/>
                </a:cubicBezTo>
                <a:lnTo>
                  <a:pt x="1152751" y="6345283"/>
                </a:lnTo>
                <a:lnTo>
                  <a:pt x="949771" y="6335308"/>
                </a:lnTo>
                <a:cubicBezTo>
                  <a:pt x="888502" y="6312655"/>
                  <a:pt x="822682" y="6331858"/>
                  <a:pt x="752723" y="6320875"/>
                </a:cubicBezTo>
                <a:cubicBezTo>
                  <a:pt x="697396" y="6317271"/>
                  <a:pt x="686655" y="6275609"/>
                  <a:pt x="665167" y="6275293"/>
                </a:cubicBezTo>
                <a:cubicBezTo>
                  <a:pt x="657908" y="6276764"/>
                  <a:pt x="625159" y="6270979"/>
                  <a:pt x="618141" y="6273378"/>
                </a:cubicBezTo>
                <a:cubicBezTo>
                  <a:pt x="606112" y="6250236"/>
                  <a:pt x="628751" y="6263137"/>
                  <a:pt x="596498" y="6261621"/>
                </a:cubicBezTo>
                <a:cubicBezTo>
                  <a:pt x="598654" y="6267969"/>
                  <a:pt x="583476" y="6241875"/>
                  <a:pt x="568296" y="6259035"/>
                </a:cubicBezTo>
                <a:lnTo>
                  <a:pt x="550874" y="6247808"/>
                </a:lnTo>
                <a:lnTo>
                  <a:pt x="521056" y="6251759"/>
                </a:lnTo>
                <a:cubicBezTo>
                  <a:pt x="512844" y="6252767"/>
                  <a:pt x="496898" y="6238469"/>
                  <a:pt x="487255" y="6237156"/>
                </a:cubicBezTo>
                <a:cubicBezTo>
                  <a:pt x="449168" y="6235869"/>
                  <a:pt x="452372" y="6218847"/>
                  <a:pt x="431825" y="6228675"/>
                </a:cubicBezTo>
                <a:cubicBezTo>
                  <a:pt x="409674" y="6239271"/>
                  <a:pt x="353899" y="6202116"/>
                  <a:pt x="346639" y="6209624"/>
                </a:cubicBezTo>
                <a:cubicBezTo>
                  <a:pt x="335776" y="6218525"/>
                  <a:pt x="269484" y="6176632"/>
                  <a:pt x="271007" y="6188053"/>
                </a:cubicBezTo>
                <a:cubicBezTo>
                  <a:pt x="223668" y="6157668"/>
                  <a:pt x="207158" y="6173403"/>
                  <a:pt x="189996" y="6162482"/>
                </a:cubicBezTo>
                <a:cubicBezTo>
                  <a:pt x="167941" y="6147838"/>
                  <a:pt x="134526" y="6155297"/>
                  <a:pt x="121342" y="6139836"/>
                </a:cubicBezTo>
                <a:cubicBezTo>
                  <a:pt x="108158" y="6124375"/>
                  <a:pt x="113782" y="6146084"/>
                  <a:pt x="90669" y="6116573"/>
                </a:cubicBezTo>
                <a:cubicBezTo>
                  <a:pt x="76705" y="6097951"/>
                  <a:pt x="64226" y="6077165"/>
                  <a:pt x="49115" y="6053333"/>
                </a:cubicBezTo>
                <a:cubicBezTo>
                  <a:pt x="34004" y="6029501"/>
                  <a:pt x="12038" y="6070748"/>
                  <a:pt x="0" y="602404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36687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4BF6D8-BAB7-4EB4-9B19-BB8B2F0F7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33FAAD-5E0A-4FBB-9800-1DAEE5039A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074490"/>
            <a:ext cx="12192000" cy="4783510"/>
          </a:xfrm>
          <a:custGeom>
            <a:avLst/>
            <a:gdLst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884769 w 12192000"/>
              <a:gd name="connsiteY20" fmla="*/ 115817 h 4783510"/>
              <a:gd name="connsiteX21" fmla="*/ 11269135 w 12192000"/>
              <a:gd name="connsiteY21" fmla="*/ 11581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884769 w 12192000"/>
              <a:gd name="connsiteY20" fmla="*/ 115817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95040 w 12192000"/>
              <a:gd name="connsiteY35" fmla="*/ 1014200 h 4783510"/>
              <a:gd name="connsiteX36" fmla="*/ 11959068 w 12192000"/>
              <a:gd name="connsiteY36" fmla="*/ 979087 h 4783510"/>
              <a:gd name="connsiteX37" fmla="*/ 11974871 w 12192000"/>
              <a:gd name="connsiteY37" fmla="*/ 981280 h 4783510"/>
              <a:gd name="connsiteX38" fmla="*/ 11996673 w 12192000"/>
              <a:gd name="connsiteY38" fmla="*/ 989271 h 4783510"/>
              <a:gd name="connsiteX39" fmla="*/ 12064304 w 12192000"/>
              <a:gd name="connsiteY39" fmla="*/ 976743 h 4783510"/>
              <a:gd name="connsiteX40" fmla="*/ 12108011 w 12192000"/>
              <a:gd name="connsiteY40" fmla="*/ 949852 h 4783510"/>
              <a:gd name="connsiteX41" fmla="*/ 12137961 w 12192000"/>
              <a:gd name="connsiteY41" fmla="*/ 928659 h 4783510"/>
              <a:gd name="connsiteX42" fmla="*/ 12152392 w 12192000"/>
              <a:gd name="connsiteY42" fmla="*/ 940852 h 4783510"/>
              <a:gd name="connsiteX43" fmla="*/ 12187275 w 12192000"/>
              <a:gd name="connsiteY43" fmla="*/ 939175 h 4783510"/>
              <a:gd name="connsiteX44" fmla="*/ 12192000 w 12192000"/>
              <a:gd name="connsiteY44" fmla="*/ 932202 h 4783510"/>
              <a:gd name="connsiteX45" fmla="*/ 12192000 w 12192000"/>
              <a:gd name="connsiteY45" fmla="*/ 1423622 h 4783510"/>
              <a:gd name="connsiteX46" fmla="*/ 12192000 w 12192000"/>
              <a:gd name="connsiteY46" fmla="*/ 2783600 h 4783510"/>
              <a:gd name="connsiteX47" fmla="*/ 12192000 w 12192000"/>
              <a:gd name="connsiteY47" fmla="*/ 4783510 h 4783510"/>
              <a:gd name="connsiteX48" fmla="*/ 2 w 12192000"/>
              <a:gd name="connsiteY48" fmla="*/ 4783510 h 4783510"/>
              <a:gd name="connsiteX49" fmla="*/ 2 w 12192000"/>
              <a:gd name="connsiteY49" fmla="*/ 1855074 h 4783510"/>
              <a:gd name="connsiteX50" fmla="*/ 0 w 12192000"/>
              <a:gd name="connsiteY50" fmla="*/ 1855074 h 4783510"/>
              <a:gd name="connsiteX51" fmla="*/ 0 w 12192000"/>
              <a:gd name="connsiteY51" fmla="*/ 3676 h 4783510"/>
              <a:gd name="connsiteX52" fmla="*/ 4725 w 12192000"/>
              <a:gd name="connsiteY52" fmla="*/ 10649 h 4783510"/>
              <a:gd name="connsiteX53" fmla="*/ 39608 w 12192000"/>
              <a:gd name="connsiteY53" fmla="*/ 12325 h 4783510"/>
              <a:gd name="connsiteX54" fmla="*/ 54039 w 12192000"/>
              <a:gd name="connsiteY54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91635 w 12192000"/>
              <a:gd name="connsiteY35" fmla="*/ 997172 h 4783510"/>
              <a:gd name="connsiteX36" fmla="*/ 11959068 w 12192000"/>
              <a:gd name="connsiteY36" fmla="*/ 979087 h 4783510"/>
              <a:gd name="connsiteX37" fmla="*/ 11974871 w 12192000"/>
              <a:gd name="connsiteY37" fmla="*/ 981280 h 4783510"/>
              <a:gd name="connsiteX38" fmla="*/ 11996673 w 12192000"/>
              <a:gd name="connsiteY38" fmla="*/ 989271 h 4783510"/>
              <a:gd name="connsiteX39" fmla="*/ 12064304 w 12192000"/>
              <a:gd name="connsiteY39" fmla="*/ 976743 h 4783510"/>
              <a:gd name="connsiteX40" fmla="*/ 12108011 w 12192000"/>
              <a:gd name="connsiteY40" fmla="*/ 949852 h 4783510"/>
              <a:gd name="connsiteX41" fmla="*/ 12137961 w 12192000"/>
              <a:gd name="connsiteY41" fmla="*/ 928659 h 4783510"/>
              <a:gd name="connsiteX42" fmla="*/ 12152392 w 12192000"/>
              <a:gd name="connsiteY42" fmla="*/ 940852 h 4783510"/>
              <a:gd name="connsiteX43" fmla="*/ 12187275 w 12192000"/>
              <a:gd name="connsiteY43" fmla="*/ 939175 h 4783510"/>
              <a:gd name="connsiteX44" fmla="*/ 12192000 w 12192000"/>
              <a:gd name="connsiteY44" fmla="*/ 932202 h 4783510"/>
              <a:gd name="connsiteX45" fmla="*/ 12192000 w 12192000"/>
              <a:gd name="connsiteY45" fmla="*/ 1423622 h 4783510"/>
              <a:gd name="connsiteX46" fmla="*/ 12192000 w 12192000"/>
              <a:gd name="connsiteY46" fmla="*/ 2783600 h 4783510"/>
              <a:gd name="connsiteX47" fmla="*/ 12192000 w 12192000"/>
              <a:gd name="connsiteY47" fmla="*/ 4783510 h 4783510"/>
              <a:gd name="connsiteX48" fmla="*/ 2 w 12192000"/>
              <a:gd name="connsiteY48" fmla="*/ 4783510 h 4783510"/>
              <a:gd name="connsiteX49" fmla="*/ 2 w 12192000"/>
              <a:gd name="connsiteY49" fmla="*/ 1855074 h 4783510"/>
              <a:gd name="connsiteX50" fmla="*/ 0 w 12192000"/>
              <a:gd name="connsiteY50" fmla="*/ 1855074 h 4783510"/>
              <a:gd name="connsiteX51" fmla="*/ 0 w 12192000"/>
              <a:gd name="connsiteY51" fmla="*/ 3676 h 4783510"/>
              <a:gd name="connsiteX52" fmla="*/ 4725 w 12192000"/>
              <a:gd name="connsiteY52" fmla="*/ 10649 h 4783510"/>
              <a:gd name="connsiteX53" fmla="*/ 39608 w 12192000"/>
              <a:gd name="connsiteY53" fmla="*/ 12325 h 4783510"/>
              <a:gd name="connsiteX54" fmla="*/ 54039 w 12192000"/>
              <a:gd name="connsiteY54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26422 w 12192000"/>
              <a:gd name="connsiteY34" fmla="*/ 995644 h 4783510"/>
              <a:gd name="connsiteX35" fmla="*/ 11891635 w 12192000"/>
              <a:gd name="connsiteY35" fmla="*/ 997172 h 4783510"/>
              <a:gd name="connsiteX36" fmla="*/ 11959068 w 12192000"/>
              <a:gd name="connsiteY36" fmla="*/ 979087 h 4783510"/>
              <a:gd name="connsiteX37" fmla="*/ 11974871 w 12192000"/>
              <a:gd name="connsiteY37" fmla="*/ 981280 h 4783510"/>
              <a:gd name="connsiteX38" fmla="*/ 11996673 w 12192000"/>
              <a:gd name="connsiteY38" fmla="*/ 989271 h 4783510"/>
              <a:gd name="connsiteX39" fmla="*/ 12064304 w 12192000"/>
              <a:gd name="connsiteY39" fmla="*/ 976743 h 4783510"/>
              <a:gd name="connsiteX40" fmla="*/ 12108011 w 12192000"/>
              <a:gd name="connsiteY40" fmla="*/ 949852 h 4783510"/>
              <a:gd name="connsiteX41" fmla="*/ 12137961 w 12192000"/>
              <a:gd name="connsiteY41" fmla="*/ 928659 h 4783510"/>
              <a:gd name="connsiteX42" fmla="*/ 12152392 w 12192000"/>
              <a:gd name="connsiteY42" fmla="*/ 940852 h 4783510"/>
              <a:gd name="connsiteX43" fmla="*/ 12187275 w 12192000"/>
              <a:gd name="connsiteY43" fmla="*/ 939175 h 4783510"/>
              <a:gd name="connsiteX44" fmla="*/ 12192000 w 12192000"/>
              <a:gd name="connsiteY44" fmla="*/ 932202 h 4783510"/>
              <a:gd name="connsiteX45" fmla="*/ 12192000 w 12192000"/>
              <a:gd name="connsiteY45" fmla="*/ 1423622 h 4783510"/>
              <a:gd name="connsiteX46" fmla="*/ 12192000 w 12192000"/>
              <a:gd name="connsiteY46" fmla="*/ 2783600 h 4783510"/>
              <a:gd name="connsiteX47" fmla="*/ 12192000 w 12192000"/>
              <a:gd name="connsiteY47" fmla="*/ 4783510 h 4783510"/>
              <a:gd name="connsiteX48" fmla="*/ 2 w 12192000"/>
              <a:gd name="connsiteY48" fmla="*/ 4783510 h 4783510"/>
              <a:gd name="connsiteX49" fmla="*/ 2 w 12192000"/>
              <a:gd name="connsiteY49" fmla="*/ 1855074 h 4783510"/>
              <a:gd name="connsiteX50" fmla="*/ 0 w 12192000"/>
              <a:gd name="connsiteY50" fmla="*/ 1855074 h 4783510"/>
              <a:gd name="connsiteX51" fmla="*/ 0 w 12192000"/>
              <a:gd name="connsiteY51" fmla="*/ 3676 h 4783510"/>
              <a:gd name="connsiteX52" fmla="*/ 4725 w 12192000"/>
              <a:gd name="connsiteY52" fmla="*/ 10649 h 4783510"/>
              <a:gd name="connsiteX53" fmla="*/ 39608 w 12192000"/>
              <a:gd name="connsiteY53" fmla="*/ 12325 h 4783510"/>
              <a:gd name="connsiteX54" fmla="*/ 54039 w 12192000"/>
              <a:gd name="connsiteY54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5844 w 12192000"/>
              <a:gd name="connsiteY32" fmla="*/ 1008189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5844 w 12192000"/>
              <a:gd name="connsiteY32" fmla="*/ 1008189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08599 w 12192000"/>
              <a:gd name="connsiteY32" fmla="*/ 997972 h 4783510"/>
              <a:gd name="connsiteX33" fmla="*/ 11766504 w 12192000"/>
              <a:gd name="connsiteY33" fmla="*/ 976255 h 4783510"/>
              <a:gd name="connsiteX34" fmla="*/ 11788440 w 12192000"/>
              <a:gd name="connsiteY34" fmla="*/ 995646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08599 w 12192000"/>
              <a:gd name="connsiteY32" fmla="*/ 997972 h 4783510"/>
              <a:gd name="connsiteX33" fmla="*/ 11766504 w 12192000"/>
              <a:gd name="connsiteY33" fmla="*/ 976255 h 4783510"/>
              <a:gd name="connsiteX34" fmla="*/ 11774818 w 12192000"/>
              <a:gd name="connsiteY34" fmla="*/ 1009269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1600387 w 12192000"/>
              <a:gd name="connsiteY20" fmla="*/ 354356 h 4783510"/>
              <a:gd name="connsiteX21" fmla="*/ 9012952 w 12192000"/>
              <a:gd name="connsiteY21" fmla="*/ 113954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08599 w 12192000"/>
              <a:gd name="connsiteY32" fmla="*/ 997972 h 4783510"/>
              <a:gd name="connsiteX33" fmla="*/ 11766504 w 12192000"/>
              <a:gd name="connsiteY33" fmla="*/ 976255 h 4783510"/>
              <a:gd name="connsiteX34" fmla="*/ 11781629 w 12192000"/>
              <a:gd name="connsiteY34" fmla="*/ 985430 h 4783510"/>
              <a:gd name="connsiteX35" fmla="*/ 11826422 w 12192000"/>
              <a:gd name="connsiteY35" fmla="*/ 995644 h 4783510"/>
              <a:gd name="connsiteX36" fmla="*/ 11891635 w 12192000"/>
              <a:gd name="connsiteY36" fmla="*/ 997172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4783510">
                <a:moveTo>
                  <a:pt x="54039" y="133"/>
                </a:moveTo>
                <a:cubicBezTo>
                  <a:pt x="63704" y="2639"/>
                  <a:pt x="62723" y="39358"/>
                  <a:pt x="83989" y="21326"/>
                </a:cubicBezTo>
                <a:cubicBezTo>
                  <a:pt x="105981" y="-11024"/>
                  <a:pt x="111081" y="45279"/>
                  <a:pt x="127696" y="48217"/>
                </a:cubicBezTo>
                <a:cubicBezTo>
                  <a:pt x="144311" y="51155"/>
                  <a:pt x="175067" y="46490"/>
                  <a:pt x="195328" y="60745"/>
                </a:cubicBezTo>
                <a:cubicBezTo>
                  <a:pt x="202114" y="49815"/>
                  <a:pt x="211298" y="72404"/>
                  <a:pt x="217130" y="52754"/>
                </a:cubicBezTo>
                <a:cubicBezTo>
                  <a:pt x="224172" y="55476"/>
                  <a:pt x="227826" y="61398"/>
                  <a:pt x="232932" y="50560"/>
                </a:cubicBezTo>
                <a:cubicBezTo>
                  <a:pt x="248268" y="92855"/>
                  <a:pt x="280981" y="52963"/>
                  <a:pt x="296960" y="85674"/>
                </a:cubicBezTo>
                <a:cubicBezTo>
                  <a:pt x="299830" y="67582"/>
                  <a:pt x="319291" y="68613"/>
                  <a:pt x="329442" y="61820"/>
                </a:cubicBezTo>
                <a:cubicBezTo>
                  <a:pt x="298380" y="131083"/>
                  <a:pt x="368905" y="57302"/>
                  <a:pt x="386012" y="80741"/>
                </a:cubicBezTo>
                <a:cubicBezTo>
                  <a:pt x="377510" y="29578"/>
                  <a:pt x="414386" y="72354"/>
                  <a:pt x="425496" y="47729"/>
                </a:cubicBezTo>
                <a:cubicBezTo>
                  <a:pt x="437040" y="71659"/>
                  <a:pt x="445854" y="45812"/>
                  <a:pt x="459561" y="55824"/>
                </a:cubicBezTo>
                <a:cubicBezTo>
                  <a:pt x="489863" y="61969"/>
                  <a:pt x="520202" y="89712"/>
                  <a:pt x="559233" y="72799"/>
                </a:cubicBezTo>
                <a:cubicBezTo>
                  <a:pt x="577813" y="147164"/>
                  <a:pt x="623281" y="104139"/>
                  <a:pt x="661345" y="147481"/>
                </a:cubicBezTo>
                <a:cubicBezTo>
                  <a:pt x="683250" y="156781"/>
                  <a:pt x="717059" y="121215"/>
                  <a:pt x="725095" y="161274"/>
                </a:cubicBezTo>
                <a:cubicBezTo>
                  <a:pt x="734778" y="137222"/>
                  <a:pt x="744590" y="176885"/>
                  <a:pt x="755536" y="180724"/>
                </a:cubicBezTo>
                <a:cubicBezTo>
                  <a:pt x="764056" y="165505"/>
                  <a:pt x="768536" y="179043"/>
                  <a:pt x="776480" y="182273"/>
                </a:cubicBezTo>
                <a:cubicBezTo>
                  <a:pt x="779946" y="172829"/>
                  <a:pt x="786646" y="173541"/>
                  <a:pt x="789058" y="184824"/>
                </a:cubicBezTo>
                <a:cubicBezTo>
                  <a:pt x="786138" y="210571"/>
                  <a:pt x="809228" y="198414"/>
                  <a:pt x="811171" y="216295"/>
                </a:cubicBezTo>
                <a:cubicBezTo>
                  <a:pt x="821323" y="219407"/>
                  <a:pt x="856662" y="208499"/>
                  <a:pt x="878029" y="215023"/>
                </a:cubicBezTo>
                <a:lnTo>
                  <a:pt x="884769" y="220986"/>
                </a:lnTo>
                <a:lnTo>
                  <a:pt x="1600387" y="354356"/>
                </a:lnTo>
                <a:lnTo>
                  <a:pt x="9012952" y="1139547"/>
                </a:lnTo>
                <a:lnTo>
                  <a:pt x="11269135" y="1154978"/>
                </a:lnTo>
                <a:lnTo>
                  <a:pt x="11276593" y="1158504"/>
                </a:lnTo>
                <a:cubicBezTo>
                  <a:pt x="11284278" y="1160597"/>
                  <a:pt x="11291853" y="1160653"/>
                  <a:pt x="11298713" y="1157049"/>
                </a:cubicBezTo>
                <a:cubicBezTo>
                  <a:pt x="11308980" y="1128196"/>
                  <a:pt x="11367293" y="1148970"/>
                  <a:pt x="11380829" y="1144822"/>
                </a:cubicBezTo>
                <a:cubicBezTo>
                  <a:pt x="11382772" y="1126940"/>
                  <a:pt x="11405862" y="1139097"/>
                  <a:pt x="11402942" y="1113350"/>
                </a:cubicBezTo>
                <a:cubicBezTo>
                  <a:pt x="11405355" y="1102067"/>
                  <a:pt x="11412054" y="1101355"/>
                  <a:pt x="11415520" y="1110800"/>
                </a:cubicBezTo>
                <a:cubicBezTo>
                  <a:pt x="11423464" y="1107569"/>
                  <a:pt x="11427945" y="1094031"/>
                  <a:pt x="11436464" y="1109251"/>
                </a:cubicBezTo>
                <a:cubicBezTo>
                  <a:pt x="11447410" y="1105411"/>
                  <a:pt x="11457222" y="1065748"/>
                  <a:pt x="11466905" y="1089800"/>
                </a:cubicBezTo>
                <a:cubicBezTo>
                  <a:pt x="11474941" y="1049741"/>
                  <a:pt x="11508751" y="1085307"/>
                  <a:pt x="11530655" y="1076007"/>
                </a:cubicBezTo>
                <a:cubicBezTo>
                  <a:pt x="11568719" y="1032666"/>
                  <a:pt x="11614187" y="1075691"/>
                  <a:pt x="11632767" y="1001326"/>
                </a:cubicBezTo>
                <a:cubicBezTo>
                  <a:pt x="11671799" y="1018238"/>
                  <a:pt x="11678297" y="1004118"/>
                  <a:pt x="11708599" y="997972"/>
                </a:cubicBezTo>
                <a:cubicBezTo>
                  <a:pt x="11722307" y="987960"/>
                  <a:pt x="11754960" y="1000186"/>
                  <a:pt x="11766504" y="976255"/>
                </a:cubicBezTo>
                <a:cubicBezTo>
                  <a:pt x="11775270" y="975867"/>
                  <a:pt x="11771643" y="982199"/>
                  <a:pt x="11781629" y="985430"/>
                </a:cubicBezTo>
                <a:cubicBezTo>
                  <a:pt x="11791615" y="988661"/>
                  <a:pt x="11808655" y="993119"/>
                  <a:pt x="11826422" y="995644"/>
                </a:cubicBezTo>
                <a:cubicBezTo>
                  <a:pt x="11847845" y="1001968"/>
                  <a:pt x="11866122" y="1002202"/>
                  <a:pt x="11891635" y="997172"/>
                </a:cubicBezTo>
                <a:cubicBezTo>
                  <a:pt x="11907614" y="964462"/>
                  <a:pt x="11943732" y="1021381"/>
                  <a:pt x="11959068" y="979087"/>
                </a:cubicBezTo>
                <a:cubicBezTo>
                  <a:pt x="11964175" y="989925"/>
                  <a:pt x="11967829" y="984002"/>
                  <a:pt x="11974871" y="981280"/>
                </a:cubicBezTo>
                <a:cubicBezTo>
                  <a:pt x="11980703" y="1000930"/>
                  <a:pt x="11989887" y="978341"/>
                  <a:pt x="11996673" y="989271"/>
                </a:cubicBezTo>
                <a:cubicBezTo>
                  <a:pt x="12016933" y="975016"/>
                  <a:pt x="12047689" y="979681"/>
                  <a:pt x="12064304" y="976743"/>
                </a:cubicBezTo>
                <a:cubicBezTo>
                  <a:pt x="12080919" y="973805"/>
                  <a:pt x="12075802" y="961775"/>
                  <a:pt x="12108011" y="949852"/>
                </a:cubicBezTo>
                <a:cubicBezTo>
                  <a:pt x="12129277" y="967884"/>
                  <a:pt x="12128297" y="931165"/>
                  <a:pt x="12137961" y="928659"/>
                </a:cubicBezTo>
                <a:cubicBezTo>
                  <a:pt x="12141183" y="927823"/>
                  <a:pt x="12145587" y="930789"/>
                  <a:pt x="12152392" y="940852"/>
                </a:cubicBezTo>
                <a:cubicBezTo>
                  <a:pt x="12158285" y="946241"/>
                  <a:pt x="12172554" y="936871"/>
                  <a:pt x="12187275" y="939175"/>
                </a:cubicBezTo>
                <a:lnTo>
                  <a:pt x="12192000" y="932202"/>
                </a:lnTo>
                <a:lnTo>
                  <a:pt x="12192000" y="1423622"/>
                </a:lnTo>
                <a:lnTo>
                  <a:pt x="12192000" y="2783600"/>
                </a:lnTo>
                <a:lnTo>
                  <a:pt x="12192000" y="4783510"/>
                </a:lnTo>
                <a:lnTo>
                  <a:pt x="2" y="4783510"/>
                </a:lnTo>
                <a:lnTo>
                  <a:pt x="2" y="1855074"/>
                </a:lnTo>
                <a:lnTo>
                  <a:pt x="0" y="1855074"/>
                </a:lnTo>
                <a:lnTo>
                  <a:pt x="0" y="3676"/>
                </a:lnTo>
                <a:lnTo>
                  <a:pt x="4725" y="10649"/>
                </a:lnTo>
                <a:cubicBezTo>
                  <a:pt x="19446" y="8345"/>
                  <a:pt x="33716" y="17715"/>
                  <a:pt x="39608" y="12325"/>
                </a:cubicBezTo>
                <a:cubicBezTo>
                  <a:pt x="46413" y="2263"/>
                  <a:pt x="50817" y="-703"/>
                  <a:pt x="54039" y="13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6749EC-D295-B1AA-78AA-C9C925974D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67" b="1"/>
          <a:stretch>
            <a:fillRect/>
          </a:stretch>
        </p:blipFill>
        <p:spPr>
          <a:xfrm>
            <a:off x="680484" y="608261"/>
            <a:ext cx="10849144" cy="5700774"/>
          </a:xfrm>
          <a:custGeom>
            <a:avLst/>
            <a:gdLst/>
            <a:ahLst/>
            <a:cxnLst/>
            <a:rect l="l" t="t" r="r" b="b"/>
            <a:pathLst>
              <a:path w="10849144" h="5700774">
                <a:moveTo>
                  <a:pt x="10849144" y="0"/>
                </a:moveTo>
                <a:lnTo>
                  <a:pt x="10849144" y="4704874"/>
                </a:lnTo>
                <a:lnTo>
                  <a:pt x="10844433" y="4704083"/>
                </a:lnTo>
                <a:cubicBezTo>
                  <a:pt x="10775772" y="4702622"/>
                  <a:pt x="10731635" y="4723344"/>
                  <a:pt x="10627028" y="4736091"/>
                </a:cubicBezTo>
                <a:cubicBezTo>
                  <a:pt x="10549662" y="4756399"/>
                  <a:pt x="10442424" y="4756744"/>
                  <a:pt x="10426962" y="4785620"/>
                </a:cubicBezTo>
                <a:cubicBezTo>
                  <a:pt x="10323654" y="4811093"/>
                  <a:pt x="10316619" y="4787626"/>
                  <a:pt x="10226986" y="4823118"/>
                </a:cubicBezTo>
                <a:cubicBezTo>
                  <a:pt x="10150525" y="4884256"/>
                  <a:pt x="10082541" y="4863779"/>
                  <a:pt x="9981162" y="4935663"/>
                </a:cubicBezTo>
                <a:cubicBezTo>
                  <a:pt x="9931220" y="4933313"/>
                  <a:pt x="9892260" y="4951206"/>
                  <a:pt x="9843873" y="4935858"/>
                </a:cubicBezTo>
                <a:cubicBezTo>
                  <a:pt x="9822471" y="4921786"/>
                  <a:pt x="9777158" y="4963696"/>
                  <a:pt x="9752052" y="4925073"/>
                </a:cubicBezTo>
                <a:cubicBezTo>
                  <a:pt x="9750186" y="4953137"/>
                  <a:pt x="9702805" y="4928500"/>
                  <a:pt x="9692324" y="4915468"/>
                </a:cubicBezTo>
                <a:cubicBezTo>
                  <a:pt x="9680167" y="4927714"/>
                  <a:pt x="9659741" y="4905365"/>
                  <a:pt x="9646593" y="4906557"/>
                </a:cubicBezTo>
                <a:cubicBezTo>
                  <a:pt x="9620587" y="4845178"/>
                  <a:pt x="9617697" y="4941490"/>
                  <a:pt x="9585685" y="4906617"/>
                </a:cubicBezTo>
                <a:cubicBezTo>
                  <a:pt x="9571621" y="4927453"/>
                  <a:pt x="9523936" y="4971653"/>
                  <a:pt x="9486200" y="4990496"/>
                </a:cubicBezTo>
                <a:cubicBezTo>
                  <a:pt x="9411968" y="5031655"/>
                  <a:pt x="9406835" y="5080617"/>
                  <a:pt x="9330223" y="5063988"/>
                </a:cubicBezTo>
                <a:cubicBezTo>
                  <a:pt x="9319445" y="5103721"/>
                  <a:pt x="9188211" y="5003648"/>
                  <a:pt x="9204637" y="5074753"/>
                </a:cubicBezTo>
                <a:cubicBezTo>
                  <a:pt x="9179069" y="5071279"/>
                  <a:pt x="9160334" y="5042982"/>
                  <a:pt x="9174585" y="5089264"/>
                </a:cubicBezTo>
                <a:lnTo>
                  <a:pt x="9026902" y="5086064"/>
                </a:lnTo>
                <a:cubicBezTo>
                  <a:pt x="8945039" y="5098972"/>
                  <a:pt x="8893921" y="5133031"/>
                  <a:pt x="8809858" y="5115776"/>
                </a:cubicBezTo>
                <a:cubicBezTo>
                  <a:pt x="8727523" y="5113709"/>
                  <a:pt x="8685980" y="5083373"/>
                  <a:pt x="8574056" y="5084000"/>
                </a:cubicBezTo>
                <a:cubicBezTo>
                  <a:pt x="8495237" y="5079985"/>
                  <a:pt x="8382476" y="5056445"/>
                  <a:pt x="8302745" y="5071462"/>
                </a:cubicBezTo>
                <a:cubicBezTo>
                  <a:pt x="8207300" y="5035549"/>
                  <a:pt x="8230918" y="5079966"/>
                  <a:pt x="8128608" y="5060341"/>
                </a:cubicBezTo>
                <a:cubicBezTo>
                  <a:pt x="8083878" y="5137967"/>
                  <a:pt x="8005860" y="5099291"/>
                  <a:pt x="7951805" y="5118527"/>
                </a:cubicBezTo>
                <a:cubicBezTo>
                  <a:pt x="7889668" y="5135371"/>
                  <a:pt x="7818236" y="5153622"/>
                  <a:pt x="7755788" y="5161403"/>
                </a:cubicBezTo>
                <a:cubicBezTo>
                  <a:pt x="7706324" y="5126424"/>
                  <a:pt x="7638479" y="5212284"/>
                  <a:pt x="7577106" y="5165213"/>
                </a:cubicBezTo>
                <a:cubicBezTo>
                  <a:pt x="7554526" y="5153874"/>
                  <a:pt x="7484609" y="5155306"/>
                  <a:pt x="7471372" y="5177827"/>
                </a:cubicBezTo>
                <a:cubicBezTo>
                  <a:pt x="7456792" y="5182711"/>
                  <a:pt x="7439786" y="5174734"/>
                  <a:pt x="7433047" y="5198849"/>
                </a:cubicBezTo>
                <a:cubicBezTo>
                  <a:pt x="7421914" y="5227873"/>
                  <a:pt x="7371049" y="5183060"/>
                  <a:pt x="7378290" y="5217298"/>
                </a:cubicBezTo>
                <a:cubicBezTo>
                  <a:pt x="7342173" y="5186591"/>
                  <a:pt x="7313446" y="5247390"/>
                  <a:pt x="7283079" y="5262415"/>
                </a:cubicBezTo>
                <a:cubicBezTo>
                  <a:pt x="7254633" y="5231950"/>
                  <a:pt x="7227203" y="5272840"/>
                  <a:pt x="7160915" y="5280502"/>
                </a:cubicBezTo>
                <a:cubicBezTo>
                  <a:pt x="7129633" y="5245268"/>
                  <a:pt x="7108043" y="5306829"/>
                  <a:pt x="7049854" y="5260110"/>
                </a:cubicBezTo>
                <a:cubicBezTo>
                  <a:pt x="7018959" y="5259830"/>
                  <a:pt x="7028644" y="5259631"/>
                  <a:pt x="6975548" y="5251998"/>
                </a:cubicBezTo>
                <a:cubicBezTo>
                  <a:pt x="6894534" y="5243801"/>
                  <a:pt x="6869986" y="5257489"/>
                  <a:pt x="6795351" y="5247842"/>
                </a:cubicBezTo>
                <a:cubicBezTo>
                  <a:pt x="6711613" y="5244398"/>
                  <a:pt x="6709818" y="5284819"/>
                  <a:pt x="6600330" y="5227284"/>
                </a:cubicBezTo>
                <a:cubicBezTo>
                  <a:pt x="6591713" y="5254711"/>
                  <a:pt x="6578692" y="5256798"/>
                  <a:pt x="6555317" y="5245371"/>
                </a:cubicBezTo>
                <a:cubicBezTo>
                  <a:pt x="6514817" y="5245696"/>
                  <a:pt x="6524396" y="5312750"/>
                  <a:pt x="6479807" y="5274839"/>
                </a:cubicBezTo>
                <a:cubicBezTo>
                  <a:pt x="6490582" y="5310509"/>
                  <a:pt x="6404736" y="5293688"/>
                  <a:pt x="6426975" y="5330070"/>
                </a:cubicBezTo>
                <a:cubicBezTo>
                  <a:pt x="6403906" y="5364654"/>
                  <a:pt x="6385703" y="5311282"/>
                  <a:pt x="6362409" y="5341550"/>
                </a:cubicBezTo>
                <a:cubicBezTo>
                  <a:pt x="6337113" y="5341121"/>
                  <a:pt x="6306725" y="5322421"/>
                  <a:pt x="6275196" y="5327492"/>
                </a:cubicBezTo>
                <a:cubicBezTo>
                  <a:pt x="6231951" y="5309975"/>
                  <a:pt x="6227669" y="5348549"/>
                  <a:pt x="6173232" y="5371980"/>
                </a:cubicBezTo>
                <a:cubicBezTo>
                  <a:pt x="6147561" y="5352709"/>
                  <a:pt x="6129671" y="5364601"/>
                  <a:pt x="6113220" y="5386546"/>
                </a:cubicBezTo>
                <a:cubicBezTo>
                  <a:pt x="6057852" y="5385619"/>
                  <a:pt x="6010968" y="5420770"/>
                  <a:pt x="5950607" y="5438381"/>
                </a:cubicBezTo>
                <a:cubicBezTo>
                  <a:pt x="5884305" y="5470765"/>
                  <a:pt x="5920836" y="5463432"/>
                  <a:pt x="5880097" y="5487781"/>
                </a:cubicBezTo>
                <a:lnTo>
                  <a:pt x="5763805" y="5522426"/>
                </a:lnTo>
                <a:lnTo>
                  <a:pt x="5680769" y="5541020"/>
                </a:lnTo>
                <a:lnTo>
                  <a:pt x="5657234" y="5577549"/>
                </a:lnTo>
                <a:lnTo>
                  <a:pt x="5656897" y="5578228"/>
                </a:lnTo>
                <a:lnTo>
                  <a:pt x="5606432" y="5583275"/>
                </a:lnTo>
                <a:cubicBezTo>
                  <a:pt x="5579593" y="5590728"/>
                  <a:pt x="5526323" y="5613484"/>
                  <a:pt x="5495860" y="5622944"/>
                </a:cubicBezTo>
                <a:cubicBezTo>
                  <a:pt x="5468216" y="5616068"/>
                  <a:pt x="5451208" y="5585463"/>
                  <a:pt x="5461026" y="5633325"/>
                </a:cubicBezTo>
                <a:cubicBezTo>
                  <a:pt x="5451945" y="5632425"/>
                  <a:pt x="5446398" y="5636315"/>
                  <a:pt x="5442463" y="5642543"/>
                </a:cubicBezTo>
                <a:lnTo>
                  <a:pt x="5414637" y="5618665"/>
                </a:lnTo>
                <a:lnTo>
                  <a:pt x="5379838" y="5629021"/>
                </a:lnTo>
                <a:lnTo>
                  <a:pt x="5371733" y="5632368"/>
                </a:lnTo>
                <a:lnTo>
                  <a:pt x="5310861" y="5609123"/>
                </a:lnTo>
                <a:lnTo>
                  <a:pt x="5304926" y="5599797"/>
                </a:lnTo>
                <a:cubicBezTo>
                  <a:pt x="5298560" y="5594054"/>
                  <a:pt x="5289500" y="5591395"/>
                  <a:pt x="5274403" y="5595741"/>
                </a:cubicBezTo>
                <a:lnTo>
                  <a:pt x="5270930" y="5598215"/>
                </a:lnTo>
                <a:lnTo>
                  <a:pt x="5245636" y="5583936"/>
                </a:lnTo>
                <a:cubicBezTo>
                  <a:pt x="5237471" y="5577438"/>
                  <a:pt x="5150120" y="5569259"/>
                  <a:pt x="5144201" y="5558756"/>
                </a:cubicBezTo>
                <a:cubicBezTo>
                  <a:pt x="5048549" y="5584754"/>
                  <a:pt x="5041963" y="5538617"/>
                  <a:pt x="4949159" y="5545539"/>
                </a:cubicBezTo>
                <a:cubicBezTo>
                  <a:pt x="4868784" y="5475237"/>
                  <a:pt x="4818088" y="5518057"/>
                  <a:pt x="4746039" y="5507816"/>
                </a:cubicBezTo>
                <a:cubicBezTo>
                  <a:pt x="4677416" y="5500610"/>
                  <a:pt x="4645641" y="5523361"/>
                  <a:pt x="4553441" y="5522419"/>
                </a:cubicBezTo>
                <a:cubicBezTo>
                  <a:pt x="4455752" y="5507087"/>
                  <a:pt x="4313399" y="5515235"/>
                  <a:pt x="4203513" y="5482043"/>
                </a:cubicBezTo>
                <a:cubicBezTo>
                  <a:pt x="4117174" y="5471359"/>
                  <a:pt x="4116876" y="5479259"/>
                  <a:pt x="4083461" y="5478429"/>
                </a:cubicBezTo>
                <a:cubicBezTo>
                  <a:pt x="4072350" y="5482983"/>
                  <a:pt x="4013667" y="5469667"/>
                  <a:pt x="4003029" y="5477061"/>
                </a:cubicBezTo>
                <a:lnTo>
                  <a:pt x="3997453" y="5480895"/>
                </a:lnTo>
                <a:lnTo>
                  <a:pt x="3974987" y="5483158"/>
                </a:lnTo>
                <a:lnTo>
                  <a:pt x="3968837" y="5500146"/>
                </a:lnTo>
                <a:lnTo>
                  <a:pt x="3893757" y="5514872"/>
                </a:lnTo>
                <a:cubicBezTo>
                  <a:pt x="3843843" y="5473516"/>
                  <a:pt x="3801226" y="5522853"/>
                  <a:pt x="3713057" y="5521543"/>
                </a:cubicBezTo>
                <a:cubicBezTo>
                  <a:pt x="3689691" y="5507258"/>
                  <a:pt x="3596705" y="5472487"/>
                  <a:pt x="3579330" y="5493075"/>
                </a:cubicBezTo>
                <a:cubicBezTo>
                  <a:pt x="3562701" y="5495972"/>
                  <a:pt x="3545031" y="5485773"/>
                  <a:pt x="3534589" y="5508816"/>
                </a:cubicBezTo>
                <a:cubicBezTo>
                  <a:pt x="3518705" y="5536140"/>
                  <a:pt x="3468492" y="5484831"/>
                  <a:pt x="3472128" y="5519795"/>
                </a:cubicBezTo>
                <a:cubicBezTo>
                  <a:pt x="3428266" y="5520128"/>
                  <a:pt x="3332435" y="5511059"/>
                  <a:pt x="3271418" y="5510811"/>
                </a:cubicBezTo>
                <a:cubicBezTo>
                  <a:pt x="3241504" y="5471638"/>
                  <a:pt x="3153370" y="5525542"/>
                  <a:pt x="3106030" y="5518304"/>
                </a:cubicBezTo>
                <a:cubicBezTo>
                  <a:pt x="3064471" y="5520990"/>
                  <a:pt x="3060504" y="5541433"/>
                  <a:pt x="3011389" y="5533635"/>
                </a:cubicBezTo>
                <a:cubicBezTo>
                  <a:pt x="2923824" y="5527005"/>
                  <a:pt x="2892092" y="5511211"/>
                  <a:pt x="2811340" y="5491633"/>
                </a:cubicBezTo>
                <a:cubicBezTo>
                  <a:pt x="2719808" y="5476996"/>
                  <a:pt x="2718795" y="5497281"/>
                  <a:pt x="2616483" y="5472427"/>
                </a:cubicBezTo>
                <a:cubicBezTo>
                  <a:pt x="2592885" y="5464979"/>
                  <a:pt x="2535604" y="5465304"/>
                  <a:pt x="2511374" y="5450826"/>
                </a:cubicBezTo>
                <a:cubicBezTo>
                  <a:pt x="2477485" y="5458793"/>
                  <a:pt x="2338345" y="5468388"/>
                  <a:pt x="2301014" y="5479997"/>
                </a:cubicBezTo>
                <a:cubicBezTo>
                  <a:pt x="2248016" y="5487332"/>
                  <a:pt x="2294103" y="5474984"/>
                  <a:pt x="2246778" y="5481424"/>
                </a:cubicBezTo>
                <a:cubicBezTo>
                  <a:pt x="2201492" y="5458235"/>
                  <a:pt x="2191927" y="5495963"/>
                  <a:pt x="2129191" y="5511933"/>
                </a:cubicBezTo>
                <a:cubicBezTo>
                  <a:pt x="2103428" y="5489360"/>
                  <a:pt x="2082281" y="5498769"/>
                  <a:pt x="2061447" y="5518357"/>
                </a:cubicBezTo>
                <a:cubicBezTo>
                  <a:pt x="2000755" y="5510020"/>
                  <a:pt x="1944835" y="5538638"/>
                  <a:pt x="1876326" y="5548036"/>
                </a:cubicBezTo>
                <a:cubicBezTo>
                  <a:pt x="1802831" y="5520482"/>
                  <a:pt x="1785413" y="5583917"/>
                  <a:pt x="1712199" y="5593720"/>
                </a:cubicBezTo>
                <a:cubicBezTo>
                  <a:pt x="1649028" y="5639613"/>
                  <a:pt x="1663412" y="5633236"/>
                  <a:pt x="1601980" y="5628775"/>
                </a:cubicBezTo>
                <a:cubicBezTo>
                  <a:pt x="1545362" y="5623105"/>
                  <a:pt x="1566421" y="5707755"/>
                  <a:pt x="1449547" y="5688706"/>
                </a:cubicBezTo>
                <a:cubicBezTo>
                  <a:pt x="1440924" y="5679974"/>
                  <a:pt x="1400761" y="5688841"/>
                  <a:pt x="1402626" y="5700774"/>
                </a:cubicBezTo>
                <a:cubicBezTo>
                  <a:pt x="1392870" y="5697068"/>
                  <a:pt x="1337631" y="5660758"/>
                  <a:pt x="1335214" y="5679873"/>
                </a:cubicBezTo>
                <a:cubicBezTo>
                  <a:pt x="1286051" y="5682126"/>
                  <a:pt x="1269252" y="5684370"/>
                  <a:pt x="1225455" y="5660854"/>
                </a:cubicBezTo>
                <a:cubicBezTo>
                  <a:pt x="1200065" y="5653433"/>
                  <a:pt x="1193050" y="5658167"/>
                  <a:pt x="1124535" y="5640512"/>
                </a:cubicBezTo>
                <a:cubicBezTo>
                  <a:pt x="1074869" y="5658037"/>
                  <a:pt x="1065109" y="5620631"/>
                  <a:pt x="1001579" y="5645690"/>
                </a:cubicBezTo>
                <a:cubicBezTo>
                  <a:pt x="968866" y="5644152"/>
                  <a:pt x="915075" y="5652264"/>
                  <a:pt x="890113" y="5634869"/>
                </a:cubicBezTo>
                <a:cubicBezTo>
                  <a:pt x="851171" y="5707228"/>
                  <a:pt x="792528" y="5631332"/>
                  <a:pt x="751212" y="5632903"/>
                </a:cubicBezTo>
                <a:cubicBezTo>
                  <a:pt x="691335" y="5636083"/>
                  <a:pt x="568956" y="5618959"/>
                  <a:pt x="520176" y="5613716"/>
                </a:cubicBezTo>
                <a:cubicBezTo>
                  <a:pt x="501880" y="5615807"/>
                  <a:pt x="497009" y="5621722"/>
                  <a:pt x="458529" y="5601445"/>
                </a:cubicBezTo>
                <a:cubicBezTo>
                  <a:pt x="408382" y="5573457"/>
                  <a:pt x="359756" y="5556336"/>
                  <a:pt x="299969" y="5532287"/>
                </a:cubicBezTo>
                <a:cubicBezTo>
                  <a:pt x="284323" y="5483058"/>
                  <a:pt x="222426" y="5561728"/>
                  <a:pt x="220791" y="5508118"/>
                </a:cubicBezTo>
                <a:cubicBezTo>
                  <a:pt x="193797" y="5543566"/>
                  <a:pt x="143037" y="5488427"/>
                  <a:pt x="97480" y="5491517"/>
                </a:cubicBezTo>
                <a:cubicBezTo>
                  <a:pt x="88181" y="5467638"/>
                  <a:pt x="77725" y="5469169"/>
                  <a:pt x="59923" y="5482754"/>
                </a:cubicBezTo>
                <a:cubicBezTo>
                  <a:pt x="41690" y="5484890"/>
                  <a:pt x="22429" y="5482706"/>
                  <a:pt x="2649" y="5477471"/>
                </a:cubicBezTo>
                <a:lnTo>
                  <a:pt x="0" y="5476436"/>
                </a:lnTo>
                <a:lnTo>
                  <a:pt x="0" y="19227"/>
                </a:lnTo>
                <a:close/>
              </a:path>
            </a:pathLst>
          </a:cu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8276E914-D126-4153-AEBF-1B9B6361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4799" y="393769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84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</Words>
  <Application>Microsoft Office PowerPoint</Application>
  <PresentationFormat>Widescreen</PresentationFormat>
  <Paragraphs>4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Coda Coder</dc:creator>
  <cp:lastModifiedBy>Coda Coder</cp:lastModifiedBy>
  <cp:revision>1</cp:revision>
  <dcterms:created xsi:type="dcterms:W3CDTF">2026-04-29T06:41:53Z</dcterms:created>
  <dcterms:modified xsi:type="dcterms:W3CDTF">2026-04-29T06:51:16Z</dcterms:modified>
</cp:coreProperties>
</file>